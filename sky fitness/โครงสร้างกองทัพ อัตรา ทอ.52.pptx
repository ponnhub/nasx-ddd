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715000" cy="9144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054" y="-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625" y="1496484"/>
            <a:ext cx="4857750" cy="3183467"/>
          </a:xfrm>
        </p:spPr>
        <p:txBody>
          <a:bodyPr anchor="b"/>
          <a:lstStyle>
            <a:lvl1pPr algn="ctr">
              <a:defRPr sz="375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375" y="4802717"/>
            <a:ext cx="4286250" cy="2207683"/>
          </a:xfrm>
        </p:spPr>
        <p:txBody>
          <a:bodyPr/>
          <a:lstStyle>
            <a:lvl1pPr marL="0" indent="0" algn="ctr">
              <a:buNone/>
              <a:defRPr sz="1500"/>
            </a:lvl1pPr>
            <a:lvl2pPr marL="285750" indent="0" algn="ctr">
              <a:buNone/>
              <a:defRPr sz="1250"/>
            </a:lvl2pPr>
            <a:lvl3pPr marL="571500" indent="0" algn="ctr">
              <a:buNone/>
              <a:defRPr sz="1125"/>
            </a:lvl3pPr>
            <a:lvl4pPr marL="857250" indent="0" algn="ctr">
              <a:buNone/>
              <a:defRPr sz="1000"/>
            </a:lvl4pPr>
            <a:lvl5pPr marL="1143000" indent="0" algn="ctr">
              <a:buNone/>
              <a:defRPr sz="1000"/>
            </a:lvl5pPr>
            <a:lvl6pPr marL="1428750" indent="0" algn="ctr">
              <a:buNone/>
              <a:defRPr sz="1000"/>
            </a:lvl6pPr>
            <a:lvl7pPr marL="1714500" indent="0" algn="ctr">
              <a:buNone/>
              <a:defRPr sz="1000"/>
            </a:lvl7pPr>
            <a:lvl8pPr marL="2000250" indent="0" algn="ctr">
              <a:buNone/>
              <a:defRPr sz="1000"/>
            </a:lvl8pPr>
            <a:lvl9pPr marL="2286000" indent="0" algn="ctr">
              <a:buNone/>
              <a:defRPr sz="10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2666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0456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930" y="2279653"/>
            <a:ext cx="4929188" cy="3803649"/>
          </a:xfrm>
        </p:spPr>
        <p:txBody>
          <a:bodyPr anchor="b"/>
          <a:lstStyle>
            <a:lvl1pPr>
              <a:defRPr sz="375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930" y="6119286"/>
            <a:ext cx="4929188" cy="2000249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285750" indent="0">
              <a:buNone/>
              <a:defRPr sz="1250">
                <a:solidFill>
                  <a:schemeClr val="tx1">
                    <a:tint val="75000"/>
                  </a:schemeClr>
                </a:solidFill>
              </a:defRPr>
            </a:lvl2pPr>
            <a:lvl3pPr marL="57150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3pPr>
            <a:lvl4pPr marL="8572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1430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4287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7145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0002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2860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2613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906" y="2434167"/>
            <a:ext cx="2428875" cy="5801784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3219" y="2434167"/>
            <a:ext cx="2428875" cy="5801784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054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650" y="486836"/>
            <a:ext cx="4929188" cy="1767417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651" y="2241551"/>
            <a:ext cx="2417713" cy="1098549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750" indent="0">
              <a:buNone/>
              <a:defRPr sz="1250" b="1"/>
            </a:lvl2pPr>
            <a:lvl3pPr marL="571500" indent="0">
              <a:buNone/>
              <a:defRPr sz="1125" b="1"/>
            </a:lvl3pPr>
            <a:lvl4pPr marL="857250" indent="0">
              <a:buNone/>
              <a:defRPr sz="1000" b="1"/>
            </a:lvl4pPr>
            <a:lvl5pPr marL="1143000" indent="0">
              <a:buNone/>
              <a:defRPr sz="1000" b="1"/>
            </a:lvl5pPr>
            <a:lvl6pPr marL="1428750" indent="0">
              <a:buNone/>
              <a:defRPr sz="1000" b="1"/>
            </a:lvl6pPr>
            <a:lvl7pPr marL="1714500" indent="0">
              <a:buNone/>
              <a:defRPr sz="1000" b="1"/>
            </a:lvl7pPr>
            <a:lvl8pPr marL="2000250" indent="0">
              <a:buNone/>
              <a:defRPr sz="1000" b="1"/>
            </a:lvl8pPr>
            <a:lvl9pPr marL="2286000" indent="0">
              <a:buNone/>
              <a:defRPr sz="10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651" y="3340100"/>
            <a:ext cx="2417713" cy="4912784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93219" y="2241551"/>
            <a:ext cx="2429619" cy="1098549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85750" indent="0">
              <a:buNone/>
              <a:defRPr sz="1250" b="1"/>
            </a:lvl2pPr>
            <a:lvl3pPr marL="571500" indent="0">
              <a:buNone/>
              <a:defRPr sz="1125" b="1"/>
            </a:lvl3pPr>
            <a:lvl4pPr marL="857250" indent="0">
              <a:buNone/>
              <a:defRPr sz="1000" b="1"/>
            </a:lvl4pPr>
            <a:lvl5pPr marL="1143000" indent="0">
              <a:buNone/>
              <a:defRPr sz="1000" b="1"/>
            </a:lvl5pPr>
            <a:lvl6pPr marL="1428750" indent="0">
              <a:buNone/>
              <a:defRPr sz="1000" b="1"/>
            </a:lvl6pPr>
            <a:lvl7pPr marL="1714500" indent="0">
              <a:buNone/>
              <a:defRPr sz="1000" b="1"/>
            </a:lvl7pPr>
            <a:lvl8pPr marL="2000250" indent="0">
              <a:buNone/>
              <a:defRPr sz="1000" b="1"/>
            </a:lvl8pPr>
            <a:lvl9pPr marL="2286000" indent="0">
              <a:buNone/>
              <a:defRPr sz="10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93219" y="3340100"/>
            <a:ext cx="2429619" cy="4912784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773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1162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275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651" y="609600"/>
            <a:ext cx="1843236" cy="2133600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619" y="1316569"/>
            <a:ext cx="2893219" cy="6498167"/>
          </a:xfrm>
        </p:spPr>
        <p:txBody>
          <a:bodyPr/>
          <a:lstStyle>
            <a:lvl1pPr>
              <a:defRPr sz="2000"/>
            </a:lvl1pPr>
            <a:lvl2pPr>
              <a:defRPr sz="1750"/>
            </a:lvl2pPr>
            <a:lvl3pPr>
              <a:defRPr sz="1500"/>
            </a:lvl3pPr>
            <a:lvl4pPr>
              <a:defRPr sz="1250"/>
            </a:lvl4pPr>
            <a:lvl5pPr>
              <a:defRPr sz="12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651" y="2743200"/>
            <a:ext cx="1843236" cy="5082117"/>
          </a:xfrm>
        </p:spPr>
        <p:txBody>
          <a:bodyPr/>
          <a:lstStyle>
            <a:lvl1pPr marL="0" indent="0">
              <a:buNone/>
              <a:defRPr sz="1000"/>
            </a:lvl1pPr>
            <a:lvl2pPr marL="285750" indent="0">
              <a:buNone/>
              <a:defRPr sz="875"/>
            </a:lvl2pPr>
            <a:lvl3pPr marL="571500" indent="0">
              <a:buNone/>
              <a:defRPr sz="750"/>
            </a:lvl3pPr>
            <a:lvl4pPr marL="857250" indent="0">
              <a:buNone/>
              <a:defRPr sz="625"/>
            </a:lvl4pPr>
            <a:lvl5pPr marL="1143000" indent="0">
              <a:buNone/>
              <a:defRPr sz="625"/>
            </a:lvl5pPr>
            <a:lvl6pPr marL="1428750" indent="0">
              <a:buNone/>
              <a:defRPr sz="625"/>
            </a:lvl6pPr>
            <a:lvl7pPr marL="1714500" indent="0">
              <a:buNone/>
              <a:defRPr sz="625"/>
            </a:lvl7pPr>
            <a:lvl8pPr marL="2000250" indent="0">
              <a:buNone/>
              <a:defRPr sz="625"/>
            </a:lvl8pPr>
            <a:lvl9pPr marL="2286000" indent="0">
              <a:buNone/>
              <a:defRPr sz="625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30451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651" y="609600"/>
            <a:ext cx="1843236" cy="2133600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29619" y="1316569"/>
            <a:ext cx="2893219" cy="6498167"/>
          </a:xfrm>
        </p:spPr>
        <p:txBody>
          <a:bodyPr anchor="t"/>
          <a:lstStyle>
            <a:lvl1pPr marL="0" indent="0">
              <a:buNone/>
              <a:defRPr sz="2000"/>
            </a:lvl1pPr>
            <a:lvl2pPr marL="285750" indent="0">
              <a:buNone/>
              <a:defRPr sz="1750"/>
            </a:lvl2pPr>
            <a:lvl3pPr marL="571500" indent="0">
              <a:buNone/>
              <a:defRPr sz="1500"/>
            </a:lvl3pPr>
            <a:lvl4pPr marL="857250" indent="0">
              <a:buNone/>
              <a:defRPr sz="1250"/>
            </a:lvl4pPr>
            <a:lvl5pPr marL="1143000" indent="0">
              <a:buNone/>
              <a:defRPr sz="1250"/>
            </a:lvl5pPr>
            <a:lvl6pPr marL="1428750" indent="0">
              <a:buNone/>
              <a:defRPr sz="1250"/>
            </a:lvl6pPr>
            <a:lvl7pPr marL="1714500" indent="0">
              <a:buNone/>
              <a:defRPr sz="1250"/>
            </a:lvl7pPr>
            <a:lvl8pPr marL="2000250" indent="0">
              <a:buNone/>
              <a:defRPr sz="1250"/>
            </a:lvl8pPr>
            <a:lvl9pPr marL="2286000" indent="0">
              <a:buNone/>
              <a:defRPr sz="125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651" y="2743200"/>
            <a:ext cx="1843236" cy="5082117"/>
          </a:xfrm>
        </p:spPr>
        <p:txBody>
          <a:bodyPr/>
          <a:lstStyle>
            <a:lvl1pPr marL="0" indent="0">
              <a:buNone/>
              <a:defRPr sz="1000"/>
            </a:lvl1pPr>
            <a:lvl2pPr marL="285750" indent="0">
              <a:buNone/>
              <a:defRPr sz="875"/>
            </a:lvl2pPr>
            <a:lvl3pPr marL="571500" indent="0">
              <a:buNone/>
              <a:defRPr sz="750"/>
            </a:lvl3pPr>
            <a:lvl4pPr marL="857250" indent="0">
              <a:buNone/>
              <a:defRPr sz="625"/>
            </a:lvl4pPr>
            <a:lvl5pPr marL="1143000" indent="0">
              <a:buNone/>
              <a:defRPr sz="625"/>
            </a:lvl5pPr>
            <a:lvl6pPr marL="1428750" indent="0">
              <a:buNone/>
              <a:defRPr sz="625"/>
            </a:lvl6pPr>
            <a:lvl7pPr marL="1714500" indent="0">
              <a:buNone/>
              <a:defRPr sz="625"/>
            </a:lvl7pPr>
            <a:lvl8pPr marL="2000250" indent="0">
              <a:buNone/>
              <a:defRPr sz="625"/>
            </a:lvl8pPr>
            <a:lvl9pPr marL="2286000" indent="0">
              <a:buNone/>
              <a:defRPr sz="625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368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3593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89797" y="486834"/>
            <a:ext cx="1232297" cy="774911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2907" y="486834"/>
            <a:ext cx="3625453" cy="774911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280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906" y="486836"/>
            <a:ext cx="492918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06" y="2434167"/>
            <a:ext cx="492918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2906" y="8475136"/>
            <a:ext cx="12858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32676-9EA1-4097-AA76-20B743E4201B}" type="datetimeFigureOut">
              <a:rPr lang="th-TH" smtClean="0"/>
              <a:t>14/09/66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3094" y="8475136"/>
            <a:ext cx="192881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6219" y="8475136"/>
            <a:ext cx="12858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C3F35-02BE-4D9A-A268-F961D67300C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748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71500" rtl="0" eaLnBrk="1" latinLnBrk="0" hangingPunct="1">
        <a:lnSpc>
          <a:spcPct val="90000"/>
        </a:lnSpc>
        <a:spcBef>
          <a:spcPct val="0"/>
        </a:spcBef>
        <a:buNone/>
        <a:defRPr sz="27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2875" indent="-142875" algn="l" defTabSz="571500" rtl="0" eaLnBrk="1" latinLnBrk="0" hangingPunct="1">
        <a:lnSpc>
          <a:spcPct val="90000"/>
        </a:lnSpc>
        <a:spcBef>
          <a:spcPts val="625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1pPr>
      <a:lvl2pPr marL="42862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100012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ts val="313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รูปภาพ 11">
            <a:extLst>
              <a:ext uri="{FF2B5EF4-FFF2-40B4-BE49-F238E27FC236}">
                <a16:creationId xmlns:a16="http://schemas.microsoft.com/office/drawing/2014/main" id="{1AE856F6-FA9B-AF33-6ACD-F1BA629129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" y="0"/>
            <a:ext cx="5715000" cy="9144000"/>
          </a:xfrm>
          <a:prstGeom prst="rect">
            <a:avLst/>
          </a:prstGeom>
        </p:spPr>
      </p:pic>
      <p:grpSp>
        <p:nvGrpSpPr>
          <p:cNvPr id="15" name="กลุ่ม 14">
            <a:extLst>
              <a:ext uri="{FF2B5EF4-FFF2-40B4-BE49-F238E27FC236}">
                <a16:creationId xmlns:a16="http://schemas.microsoft.com/office/drawing/2014/main" id="{7626ECF0-4B3A-8ECD-2D65-1B3B753266A3}"/>
              </a:ext>
            </a:extLst>
          </p:cNvPr>
          <p:cNvGrpSpPr/>
          <p:nvPr/>
        </p:nvGrpSpPr>
        <p:grpSpPr>
          <a:xfrm>
            <a:off x="1892328" y="92079"/>
            <a:ext cx="2029080" cy="1743668"/>
            <a:chOff x="1866923" y="62026"/>
            <a:chExt cx="1981153" cy="1702483"/>
          </a:xfrm>
        </p:grpSpPr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C7A59CCC-DC43-3FF7-46A2-87AF3CDAC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5247" y="62026"/>
              <a:ext cx="1524504" cy="11928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3" name="กล่องข้อความ 12">
              <a:extLst>
                <a:ext uri="{FF2B5EF4-FFF2-40B4-BE49-F238E27FC236}">
                  <a16:creationId xmlns:a16="http://schemas.microsoft.com/office/drawing/2014/main" id="{1719E39E-E104-B562-CE4A-C81A1F282AFA}"/>
                </a:ext>
              </a:extLst>
            </p:cNvPr>
            <p:cNvSpPr txBox="1"/>
            <p:nvPr/>
          </p:nvSpPr>
          <p:spPr>
            <a:xfrm>
              <a:off x="1866923" y="1322221"/>
              <a:ext cx="1981153" cy="442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000" b="1" dirty="0">
                  <a:ln w="0"/>
                  <a:gradFill>
                    <a:gsLst>
                      <a:gs pos="21000">
                        <a:srgbClr val="53575C"/>
                      </a:gs>
                      <a:gs pos="88000">
                        <a:srgbClr val="C5C7CA"/>
                      </a:gs>
                    </a:gsLst>
                    <a:lin ang="5400000"/>
                  </a:gradFill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กองทัพอากาศ</a:t>
              </a:r>
            </a:p>
          </p:txBody>
        </p:sp>
      </p:grp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CD0BBB4C-69EC-0D38-989A-46ACDA41BDC3}"/>
              </a:ext>
            </a:extLst>
          </p:cNvPr>
          <p:cNvSpPr txBox="1"/>
          <p:nvPr/>
        </p:nvSpPr>
        <p:spPr>
          <a:xfrm>
            <a:off x="0" y="1762632"/>
            <a:ext cx="1468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ส่วนบัญชาการ</a:t>
            </a:r>
          </a:p>
        </p:txBody>
      </p:sp>
      <p:grpSp>
        <p:nvGrpSpPr>
          <p:cNvPr id="55" name="กลุ่ม 54">
            <a:extLst>
              <a:ext uri="{FF2B5EF4-FFF2-40B4-BE49-F238E27FC236}">
                <a16:creationId xmlns:a16="http://schemas.microsoft.com/office/drawing/2014/main" id="{17458E67-38D3-4DF1-731E-CF59E330FBDD}"/>
              </a:ext>
            </a:extLst>
          </p:cNvPr>
          <p:cNvGrpSpPr/>
          <p:nvPr/>
        </p:nvGrpSpPr>
        <p:grpSpPr>
          <a:xfrm>
            <a:off x="343504" y="2127155"/>
            <a:ext cx="5022107" cy="1708908"/>
            <a:chOff x="343506" y="2216603"/>
            <a:chExt cx="5022107" cy="1708908"/>
          </a:xfrm>
        </p:grpSpPr>
        <p:sp>
          <p:nvSpPr>
            <p:cNvPr id="16" name="กล่องข้อความ 15">
              <a:extLst>
                <a:ext uri="{FF2B5EF4-FFF2-40B4-BE49-F238E27FC236}">
                  <a16:creationId xmlns:a16="http://schemas.microsoft.com/office/drawing/2014/main" id="{50A72CC5-1940-8A29-FE56-95C89FF50BA6}"/>
                </a:ext>
              </a:extLst>
            </p:cNvPr>
            <p:cNvSpPr txBox="1"/>
            <p:nvPr/>
          </p:nvSpPr>
          <p:spPr>
            <a:xfrm>
              <a:off x="343506" y="2216604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สลก.ทอ.</a:t>
              </a:r>
            </a:p>
          </p:txBody>
        </p:sp>
        <p:sp>
          <p:nvSpPr>
            <p:cNvPr id="17" name="กล่องข้อความ 16">
              <a:extLst>
                <a:ext uri="{FF2B5EF4-FFF2-40B4-BE49-F238E27FC236}">
                  <a16:creationId xmlns:a16="http://schemas.microsoft.com/office/drawing/2014/main" id="{C67D73DB-38A3-50DC-2A09-0567D589CDE0}"/>
                </a:ext>
              </a:extLst>
            </p:cNvPr>
            <p:cNvSpPr txBox="1"/>
            <p:nvPr/>
          </p:nvSpPr>
          <p:spPr>
            <a:xfrm>
              <a:off x="1686380" y="2216603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กพ.ทอ.</a:t>
              </a:r>
            </a:p>
          </p:txBody>
        </p:sp>
        <p:sp>
          <p:nvSpPr>
            <p:cNvPr id="18" name="กล่องข้อความ 17">
              <a:extLst>
                <a:ext uri="{FF2B5EF4-FFF2-40B4-BE49-F238E27FC236}">
                  <a16:creationId xmlns:a16="http://schemas.microsoft.com/office/drawing/2014/main" id="{79D87FB6-9972-F812-2F1C-DAE1029139BD}"/>
                </a:ext>
              </a:extLst>
            </p:cNvPr>
            <p:cNvSpPr txBox="1"/>
            <p:nvPr/>
          </p:nvSpPr>
          <p:spPr>
            <a:xfrm>
              <a:off x="3023371" y="2219261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ยก.ทอ.</a:t>
              </a:r>
            </a:p>
          </p:txBody>
        </p:sp>
        <p:sp>
          <p:nvSpPr>
            <p:cNvPr id="19" name="กล่องข้อความ 18">
              <a:extLst>
                <a:ext uri="{FF2B5EF4-FFF2-40B4-BE49-F238E27FC236}">
                  <a16:creationId xmlns:a16="http://schemas.microsoft.com/office/drawing/2014/main" id="{CCCFBFFC-5322-472E-71E8-6AB5E1AA6596}"/>
                </a:ext>
              </a:extLst>
            </p:cNvPr>
            <p:cNvSpPr txBox="1"/>
            <p:nvPr/>
          </p:nvSpPr>
          <p:spPr>
            <a:xfrm>
              <a:off x="4366245" y="2222032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กร.ทอ.</a:t>
              </a:r>
            </a:p>
          </p:txBody>
        </p:sp>
        <p:sp>
          <p:nvSpPr>
            <p:cNvPr id="20" name="กล่องข้อความ 19">
              <a:extLst>
                <a:ext uri="{FF2B5EF4-FFF2-40B4-BE49-F238E27FC236}">
                  <a16:creationId xmlns:a16="http://schemas.microsoft.com/office/drawing/2014/main" id="{CE8738D9-B5B1-CA91-1BA5-436259FAD35B}"/>
                </a:ext>
              </a:extLst>
            </p:cNvPr>
            <p:cNvSpPr txBox="1"/>
            <p:nvPr/>
          </p:nvSpPr>
          <p:spPr>
            <a:xfrm>
              <a:off x="4342913" y="3529297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สบ.ทอ.</a:t>
              </a:r>
            </a:p>
          </p:txBody>
        </p:sp>
        <p:sp>
          <p:nvSpPr>
            <p:cNvPr id="21" name="กล่องข้อความ 20">
              <a:extLst>
                <a:ext uri="{FF2B5EF4-FFF2-40B4-BE49-F238E27FC236}">
                  <a16:creationId xmlns:a16="http://schemas.microsoft.com/office/drawing/2014/main" id="{1AC0CF96-0619-51CE-CE67-17B753D62BCD}"/>
                </a:ext>
              </a:extLst>
            </p:cNvPr>
            <p:cNvSpPr txBox="1"/>
            <p:nvPr/>
          </p:nvSpPr>
          <p:spPr>
            <a:xfrm>
              <a:off x="343506" y="2652107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ขว.ทอ.</a:t>
              </a:r>
            </a:p>
          </p:txBody>
        </p:sp>
        <p:sp>
          <p:nvSpPr>
            <p:cNvPr id="22" name="กล่องข้อความ 21">
              <a:extLst>
                <a:ext uri="{FF2B5EF4-FFF2-40B4-BE49-F238E27FC236}">
                  <a16:creationId xmlns:a16="http://schemas.microsoft.com/office/drawing/2014/main" id="{0454F428-6B71-B7B8-FD7D-1E9123D7EC30}"/>
                </a:ext>
              </a:extLst>
            </p:cNvPr>
            <p:cNvSpPr txBox="1"/>
            <p:nvPr/>
          </p:nvSpPr>
          <p:spPr>
            <a:xfrm>
              <a:off x="1686380" y="2656464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กบ.ทอ.</a:t>
              </a:r>
            </a:p>
          </p:txBody>
        </p:sp>
        <p:sp>
          <p:nvSpPr>
            <p:cNvPr id="23" name="กล่องข้อความ 22">
              <a:extLst>
                <a:ext uri="{FF2B5EF4-FFF2-40B4-BE49-F238E27FC236}">
                  <a16:creationId xmlns:a16="http://schemas.microsoft.com/office/drawing/2014/main" id="{506FED54-C4C2-32AD-C4B5-AE77BE2D750D}"/>
                </a:ext>
              </a:extLst>
            </p:cNvPr>
            <p:cNvSpPr txBox="1"/>
            <p:nvPr/>
          </p:nvSpPr>
          <p:spPr>
            <a:xfrm>
              <a:off x="3023371" y="2656425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ทสส.ทอ.</a:t>
              </a:r>
            </a:p>
          </p:txBody>
        </p:sp>
        <p:sp>
          <p:nvSpPr>
            <p:cNvPr id="24" name="กล่องข้อความ 23">
              <a:extLst>
                <a:ext uri="{FF2B5EF4-FFF2-40B4-BE49-F238E27FC236}">
                  <a16:creationId xmlns:a16="http://schemas.microsoft.com/office/drawing/2014/main" id="{BB8EC833-EF17-A159-EECB-C465C22B910F}"/>
                </a:ext>
              </a:extLst>
            </p:cNvPr>
            <p:cNvSpPr txBox="1"/>
            <p:nvPr/>
          </p:nvSpPr>
          <p:spPr>
            <a:xfrm>
              <a:off x="4366245" y="2640216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กง.ทอ.</a:t>
              </a:r>
            </a:p>
          </p:txBody>
        </p:sp>
        <p:sp>
          <p:nvSpPr>
            <p:cNvPr id="25" name="กล่องข้อความ 24">
              <a:extLst>
                <a:ext uri="{FF2B5EF4-FFF2-40B4-BE49-F238E27FC236}">
                  <a16:creationId xmlns:a16="http://schemas.microsoft.com/office/drawing/2014/main" id="{1E0193EC-8629-E81E-EFC1-E86E232406B1}"/>
                </a:ext>
              </a:extLst>
            </p:cNvPr>
            <p:cNvSpPr txBox="1"/>
            <p:nvPr/>
          </p:nvSpPr>
          <p:spPr>
            <a:xfrm>
              <a:off x="3029254" y="3531295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สตน.ทอ.</a:t>
              </a:r>
            </a:p>
          </p:txBody>
        </p:sp>
        <p:sp>
          <p:nvSpPr>
            <p:cNvPr id="26" name="กล่องข้อความ 25">
              <a:extLst>
                <a:ext uri="{FF2B5EF4-FFF2-40B4-BE49-F238E27FC236}">
                  <a16:creationId xmlns:a16="http://schemas.microsoft.com/office/drawing/2014/main" id="{190F8000-FBCE-7225-E971-171F452931E3}"/>
                </a:ext>
              </a:extLst>
            </p:cNvPr>
            <p:cNvSpPr txBox="1"/>
            <p:nvPr/>
          </p:nvSpPr>
          <p:spPr>
            <a:xfrm>
              <a:off x="343506" y="3090920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สบน.ทอ.</a:t>
              </a:r>
            </a:p>
          </p:txBody>
        </p:sp>
        <p:sp>
          <p:nvSpPr>
            <p:cNvPr id="27" name="กล่องข้อความ 26">
              <a:extLst>
                <a:ext uri="{FF2B5EF4-FFF2-40B4-BE49-F238E27FC236}">
                  <a16:creationId xmlns:a16="http://schemas.microsoft.com/office/drawing/2014/main" id="{701BE843-7F4A-2D5E-A8CB-CE31701BFB58}"/>
                </a:ext>
              </a:extLst>
            </p:cNvPr>
            <p:cNvSpPr txBox="1"/>
            <p:nvPr/>
          </p:nvSpPr>
          <p:spPr>
            <a:xfrm>
              <a:off x="1683438" y="3102716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ศซบ.ทอ.</a:t>
              </a:r>
            </a:p>
          </p:txBody>
        </p:sp>
        <p:sp>
          <p:nvSpPr>
            <p:cNvPr id="28" name="กล่องข้อความ 27">
              <a:extLst>
                <a:ext uri="{FF2B5EF4-FFF2-40B4-BE49-F238E27FC236}">
                  <a16:creationId xmlns:a16="http://schemas.microsoft.com/office/drawing/2014/main" id="{3A4CD0BE-32E3-856E-A1CF-82188983D5AD}"/>
                </a:ext>
              </a:extLst>
            </p:cNvPr>
            <p:cNvSpPr txBox="1"/>
            <p:nvPr/>
          </p:nvSpPr>
          <p:spPr>
            <a:xfrm>
              <a:off x="3023371" y="3101020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สปช.ทอ.</a:t>
              </a:r>
            </a:p>
          </p:txBody>
        </p:sp>
        <p:sp>
          <p:nvSpPr>
            <p:cNvPr id="29" name="กล่องข้อความ 28">
              <a:extLst>
                <a:ext uri="{FF2B5EF4-FFF2-40B4-BE49-F238E27FC236}">
                  <a16:creationId xmlns:a16="http://schemas.microsoft.com/office/drawing/2014/main" id="{394C015F-71F0-C383-162A-68AC889B7FDF}"/>
                </a:ext>
              </a:extLst>
            </p:cNvPr>
            <p:cNvSpPr txBox="1"/>
            <p:nvPr/>
          </p:nvSpPr>
          <p:spPr>
            <a:xfrm>
              <a:off x="4366245" y="3090920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จร.ทอ.</a:t>
              </a:r>
            </a:p>
          </p:txBody>
        </p:sp>
        <p:sp>
          <p:nvSpPr>
            <p:cNvPr id="30" name="กล่องข้อความ 29">
              <a:extLst>
                <a:ext uri="{FF2B5EF4-FFF2-40B4-BE49-F238E27FC236}">
                  <a16:creationId xmlns:a16="http://schemas.microsoft.com/office/drawing/2014/main" id="{B9F3D4E3-4FB5-8B6D-E64D-95B355099BE5}"/>
                </a:ext>
              </a:extLst>
            </p:cNvPr>
            <p:cNvSpPr txBox="1"/>
            <p:nvPr/>
          </p:nvSpPr>
          <p:spPr>
            <a:xfrm>
              <a:off x="1686380" y="3529297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สนภ.ทอ.</a:t>
              </a:r>
            </a:p>
          </p:txBody>
        </p:sp>
        <p:sp>
          <p:nvSpPr>
            <p:cNvPr id="31" name="กล่องข้อความ 30">
              <a:extLst>
                <a:ext uri="{FF2B5EF4-FFF2-40B4-BE49-F238E27FC236}">
                  <a16:creationId xmlns:a16="http://schemas.microsoft.com/office/drawing/2014/main" id="{BC19B424-22C7-BB29-A6BA-3D42F3F3503F}"/>
                </a:ext>
              </a:extLst>
            </p:cNvPr>
            <p:cNvSpPr txBox="1"/>
            <p:nvPr/>
          </p:nvSpPr>
          <p:spPr>
            <a:xfrm>
              <a:off x="343506" y="3529537"/>
              <a:ext cx="999368" cy="394216"/>
            </a:xfrm>
            <a:prstGeom prst="roundRect">
              <a:avLst>
                <a:gd name="adj" fmla="val 25309"/>
              </a:avLst>
            </a:prstGeom>
            <a:solidFill>
              <a:schemeClr val="accent5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สธน.ทอ.</a:t>
              </a:r>
            </a:p>
          </p:txBody>
        </p:sp>
      </p:grpSp>
      <p:sp>
        <p:nvSpPr>
          <p:cNvPr id="33" name="กล่องข้อความ 32">
            <a:extLst>
              <a:ext uri="{FF2B5EF4-FFF2-40B4-BE49-F238E27FC236}">
                <a16:creationId xmlns:a16="http://schemas.microsoft.com/office/drawing/2014/main" id="{0B772CD9-5F8C-7792-9E7D-3DE6D1221C09}"/>
              </a:ext>
            </a:extLst>
          </p:cNvPr>
          <p:cNvSpPr txBox="1"/>
          <p:nvPr/>
        </p:nvSpPr>
        <p:spPr>
          <a:xfrm>
            <a:off x="0" y="3946573"/>
            <a:ext cx="1278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ส่วนกำลังรบ</a:t>
            </a:r>
          </a:p>
        </p:txBody>
      </p:sp>
      <p:sp>
        <p:nvSpPr>
          <p:cNvPr id="35" name="กล่องข้อความ 34">
            <a:extLst>
              <a:ext uri="{FF2B5EF4-FFF2-40B4-BE49-F238E27FC236}">
                <a16:creationId xmlns:a16="http://schemas.microsoft.com/office/drawing/2014/main" id="{37A97572-055E-10ED-593F-D40C66FA207A}"/>
              </a:ext>
            </a:extLst>
          </p:cNvPr>
          <p:cNvSpPr txBox="1"/>
          <p:nvPr/>
        </p:nvSpPr>
        <p:spPr>
          <a:xfrm>
            <a:off x="276119" y="429996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คป</a:t>
            </a:r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อ.</a:t>
            </a:r>
          </a:p>
        </p:txBody>
      </p:sp>
      <p:sp>
        <p:nvSpPr>
          <p:cNvPr id="36" name="กล่องข้อความ 35">
            <a:extLst>
              <a:ext uri="{FF2B5EF4-FFF2-40B4-BE49-F238E27FC236}">
                <a16:creationId xmlns:a16="http://schemas.microsoft.com/office/drawing/2014/main" id="{2D86F41B-1AB0-5EC3-1E59-25D1116FA0C7}"/>
              </a:ext>
            </a:extLst>
          </p:cNvPr>
          <p:cNvSpPr txBox="1"/>
          <p:nvPr/>
        </p:nvSpPr>
        <p:spPr>
          <a:xfrm>
            <a:off x="1635839" y="4299967"/>
            <a:ext cx="1083600" cy="385256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55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ศปอว.ทอ.</a:t>
            </a:r>
          </a:p>
        </p:txBody>
      </p:sp>
      <p:sp>
        <p:nvSpPr>
          <p:cNvPr id="37" name="กล่องข้อความ 36">
            <a:extLst>
              <a:ext uri="{FF2B5EF4-FFF2-40B4-BE49-F238E27FC236}">
                <a16:creationId xmlns:a16="http://schemas.microsoft.com/office/drawing/2014/main" id="{49B5D8A3-4598-38E9-3801-D0AE8FA02093}"/>
              </a:ext>
            </a:extLst>
          </p:cNvPr>
          <p:cNvSpPr txBox="1"/>
          <p:nvPr/>
        </p:nvSpPr>
        <p:spPr>
          <a:xfrm>
            <a:off x="276119" y="475524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บน.๑</a:t>
            </a:r>
          </a:p>
        </p:txBody>
      </p:sp>
      <p:sp>
        <p:nvSpPr>
          <p:cNvPr id="38" name="กล่องข้อความ 37">
            <a:extLst>
              <a:ext uri="{FF2B5EF4-FFF2-40B4-BE49-F238E27FC236}">
                <a16:creationId xmlns:a16="http://schemas.microsoft.com/office/drawing/2014/main" id="{6E8248B2-A336-D0CF-5133-56E94AB8112A}"/>
              </a:ext>
            </a:extLst>
          </p:cNvPr>
          <p:cNvSpPr txBox="1"/>
          <p:nvPr/>
        </p:nvSpPr>
        <p:spPr>
          <a:xfrm>
            <a:off x="1635839" y="475524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บน.๒</a:t>
            </a:r>
          </a:p>
        </p:txBody>
      </p:sp>
      <p:sp>
        <p:nvSpPr>
          <p:cNvPr id="39" name="กล่องข้อความ 38">
            <a:extLst>
              <a:ext uri="{FF2B5EF4-FFF2-40B4-BE49-F238E27FC236}">
                <a16:creationId xmlns:a16="http://schemas.microsoft.com/office/drawing/2014/main" id="{44EDB6F3-4820-120C-6DD2-501738EF31C6}"/>
              </a:ext>
            </a:extLst>
          </p:cNvPr>
          <p:cNvSpPr txBox="1"/>
          <p:nvPr/>
        </p:nvSpPr>
        <p:spPr>
          <a:xfrm>
            <a:off x="2995559" y="475524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บน.๓</a:t>
            </a:r>
          </a:p>
        </p:txBody>
      </p:sp>
      <p:sp>
        <p:nvSpPr>
          <p:cNvPr id="40" name="กล่องข้อความ 39">
            <a:extLst>
              <a:ext uri="{FF2B5EF4-FFF2-40B4-BE49-F238E27FC236}">
                <a16:creationId xmlns:a16="http://schemas.microsoft.com/office/drawing/2014/main" id="{CE709F18-FEA1-8E83-6A5F-D8B0423EBCF3}"/>
              </a:ext>
            </a:extLst>
          </p:cNvPr>
          <p:cNvSpPr txBox="1"/>
          <p:nvPr/>
        </p:nvSpPr>
        <p:spPr>
          <a:xfrm>
            <a:off x="4355279" y="475524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บน.๔</a:t>
            </a:r>
          </a:p>
        </p:txBody>
      </p:sp>
      <p:sp>
        <p:nvSpPr>
          <p:cNvPr id="41" name="กล่องข้อความ 40">
            <a:extLst>
              <a:ext uri="{FF2B5EF4-FFF2-40B4-BE49-F238E27FC236}">
                <a16:creationId xmlns:a16="http://schemas.microsoft.com/office/drawing/2014/main" id="{1556BFD9-DB11-2EF9-BE8D-8E6BFC9A1872}"/>
              </a:ext>
            </a:extLst>
          </p:cNvPr>
          <p:cNvSpPr txBox="1"/>
          <p:nvPr/>
        </p:nvSpPr>
        <p:spPr>
          <a:xfrm>
            <a:off x="276119" y="5213219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บน.๕</a:t>
            </a:r>
          </a:p>
        </p:txBody>
      </p:sp>
      <p:sp>
        <p:nvSpPr>
          <p:cNvPr id="42" name="กล่องข้อความ 41">
            <a:extLst>
              <a:ext uri="{FF2B5EF4-FFF2-40B4-BE49-F238E27FC236}">
                <a16:creationId xmlns:a16="http://schemas.microsoft.com/office/drawing/2014/main" id="{82409093-A415-FC85-2738-ECE937AC2E22}"/>
              </a:ext>
            </a:extLst>
          </p:cNvPr>
          <p:cNvSpPr txBox="1"/>
          <p:nvPr/>
        </p:nvSpPr>
        <p:spPr>
          <a:xfrm>
            <a:off x="1635839" y="5213970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บน.๖</a:t>
            </a:r>
          </a:p>
        </p:txBody>
      </p:sp>
      <p:sp>
        <p:nvSpPr>
          <p:cNvPr id="43" name="กล่องข้อความ 42">
            <a:extLst>
              <a:ext uri="{FF2B5EF4-FFF2-40B4-BE49-F238E27FC236}">
                <a16:creationId xmlns:a16="http://schemas.microsoft.com/office/drawing/2014/main" id="{A78C40BC-4753-AC52-C5FD-E0E11B6FA755}"/>
              </a:ext>
            </a:extLst>
          </p:cNvPr>
          <p:cNvSpPr txBox="1"/>
          <p:nvPr/>
        </p:nvSpPr>
        <p:spPr>
          <a:xfrm>
            <a:off x="3002469" y="5212823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บน.๗</a:t>
            </a:r>
          </a:p>
        </p:txBody>
      </p:sp>
      <p:sp>
        <p:nvSpPr>
          <p:cNvPr id="45" name="กล่องข้อความ 44">
            <a:extLst>
              <a:ext uri="{FF2B5EF4-FFF2-40B4-BE49-F238E27FC236}">
                <a16:creationId xmlns:a16="http://schemas.microsoft.com/office/drawing/2014/main" id="{71D6753C-446D-4723-DBFF-EDC02B894A8D}"/>
              </a:ext>
            </a:extLst>
          </p:cNvPr>
          <p:cNvSpPr txBox="1"/>
          <p:nvPr/>
        </p:nvSpPr>
        <p:spPr>
          <a:xfrm>
            <a:off x="4362189" y="5212823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บน.๒๑</a:t>
            </a:r>
          </a:p>
        </p:txBody>
      </p:sp>
      <p:sp>
        <p:nvSpPr>
          <p:cNvPr id="46" name="กล่องข้อความ 45">
            <a:extLst>
              <a:ext uri="{FF2B5EF4-FFF2-40B4-BE49-F238E27FC236}">
                <a16:creationId xmlns:a16="http://schemas.microsoft.com/office/drawing/2014/main" id="{6744D2E1-69C9-38BB-43B2-5E7C2D26594F}"/>
              </a:ext>
            </a:extLst>
          </p:cNvPr>
          <p:cNvSpPr txBox="1"/>
          <p:nvPr/>
        </p:nvSpPr>
        <p:spPr>
          <a:xfrm>
            <a:off x="276119" y="5668024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บน.๒๓</a:t>
            </a:r>
          </a:p>
        </p:txBody>
      </p:sp>
      <p:sp>
        <p:nvSpPr>
          <p:cNvPr id="47" name="กล่องข้อความ 46">
            <a:extLst>
              <a:ext uri="{FF2B5EF4-FFF2-40B4-BE49-F238E27FC236}">
                <a16:creationId xmlns:a16="http://schemas.microsoft.com/office/drawing/2014/main" id="{A957CBB3-F6AB-8069-87D2-38CCA4D488CF}"/>
              </a:ext>
            </a:extLst>
          </p:cNvPr>
          <p:cNvSpPr txBox="1"/>
          <p:nvPr/>
        </p:nvSpPr>
        <p:spPr>
          <a:xfrm>
            <a:off x="1635839" y="5668024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บน.๔๑</a:t>
            </a:r>
          </a:p>
        </p:txBody>
      </p:sp>
      <p:sp>
        <p:nvSpPr>
          <p:cNvPr id="48" name="กล่องข้อความ 47">
            <a:extLst>
              <a:ext uri="{FF2B5EF4-FFF2-40B4-BE49-F238E27FC236}">
                <a16:creationId xmlns:a16="http://schemas.microsoft.com/office/drawing/2014/main" id="{C6CC8BE7-785B-1CFD-F92F-AB5B6570E031}"/>
              </a:ext>
            </a:extLst>
          </p:cNvPr>
          <p:cNvSpPr txBox="1"/>
          <p:nvPr/>
        </p:nvSpPr>
        <p:spPr>
          <a:xfrm>
            <a:off x="2995559" y="5668024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บน.๔๖</a:t>
            </a:r>
          </a:p>
        </p:txBody>
      </p:sp>
      <p:sp>
        <p:nvSpPr>
          <p:cNvPr id="49" name="กล่องข้อความ 48">
            <a:extLst>
              <a:ext uri="{FF2B5EF4-FFF2-40B4-BE49-F238E27FC236}">
                <a16:creationId xmlns:a16="http://schemas.microsoft.com/office/drawing/2014/main" id="{603A0559-E3E1-E5D1-E276-97A09FBD30CF}"/>
              </a:ext>
            </a:extLst>
          </p:cNvPr>
          <p:cNvSpPr txBox="1"/>
          <p:nvPr/>
        </p:nvSpPr>
        <p:spPr>
          <a:xfrm>
            <a:off x="4355279" y="5668024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บน.๕๖</a:t>
            </a:r>
          </a:p>
        </p:txBody>
      </p:sp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E961C214-3A4D-2E5B-DBBB-6806A0ECADAE}"/>
              </a:ext>
            </a:extLst>
          </p:cNvPr>
          <p:cNvSpPr txBox="1"/>
          <p:nvPr/>
        </p:nvSpPr>
        <p:spPr>
          <a:xfrm>
            <a:off x="2995559" y="429996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อย.</a:t>
            </a:r>
          </a:p>
        </p:txBody>
      </p:sp>
      <p:sp>
        <p:nvSpPr>
          <p:cNvPr id="51" name="กล่องข้อความ 50">
            <a:extLst>
              <a:ext uri="{FF2B5EF4-FFF2-40B4-BE49-F238E27FC236}">
                <a16:creationId xmlns:a16="http://schemas.microsoft.com/office/drawing/2014/main" id="{E695D58E-3E99-A2B5-3E4E-0EE34F3A6410}"/>
              </a:ext>
            </a:extLst>
          </p:cNvPr>
          <p:cNvSpPr txBox="1"/>
          <p:nvPr/>
        </p:nvSpPr>
        <p:spPr>
          <a:xfrm>
            <a:off x="4355279" y="4299967"/>
            <a:ext cx="1083600" cy="385256"/>
          </a:xfrm>
          <a:prstGeom prst="roundRect">
            <a:avLst>
              <a:gd name="adj" fmla="val 25309"/>
            </a:avLst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55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รร</a:t>
            </a:r>
            <a:r>
              <a:rPr lang="th-TH" sz="155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.การบิน</a:t>
            </a:r>
          </a:p>
        </p:txBody>
      </p:sp>
      <p:grpSp>
        <p:nvGrpSpPr>
          <p:cNvPr id="63" name="กลุ่ม 62">
            <a:extLst>
              <a:ext uri="{FF2B5EF4-FFF2-40B4-BE49-F238E27FC236}">
                <a16:creationId xmlns:a16="http://schemas.microsoft.com/office/drawing/2014/main" id="{B13010EA-8645-AA9C-F273-4F0C3F5E0E4E}"/>
              </a:ext>
            </a:extLst>
          </p:cNvPr>
          <p:cNvGrpSpPr/>
          <p:nvPr/>
        </p:nvGrpSpPr>
        <p:grpSpPr>
          <a:xfrm>
            <a:off x="-1" y="6156796"/>
            <a:ext cx="5124268" cy="1282131"/>
            <a:chOff x="-1" y="6156796"/>
            <a:chExt cx="5124268" cy="1282131"/>
          </a:xfrm>
        </p:grpSpPr>
        <p:sp>
          <p:nvSpPr>
            <p:cNvPr id="52" name="กล่องข้อความ 51">
              <a:extLst>
                <a:ext uri="{FF2B5EF4-FFF2-40B4-BE49-F238E27FC236}">
                  <a16:creationId xmlns:a16="http://schemas.microsoft.com/office/drawing/2014/main" id="{99AB5290-1219-055F-95A0-5609E7E696F6}"/>
                </a:ext>
              </a:extLst>
            </p:cNvPr>
            <p:cNvSpPr txBox="1"/>
            <p:nvPr/>
          </p:nvSpPr>
          <p:spPr>
            <a:xfrm>
              <a:off x="-1" y="6156796"/>
              <a:ext cx="18923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b="1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ส่วนส่งกำลังบำรุง</a:t>
              </a:r>
            </a:p>
          </p:txBody>
        </p:sp>
        <p:sp>
          <p:nvSpPr>
            <p:cNvPr id="53" name="กล่องข้อความ 52">
              <a:extLst>
                <a:ext uri="{FF2B5EF4-FFF2-40B4-BE49-F238E27FC236}">
                  <a16:creationId xmlns:a16="http://schemas.microsoft.com/office/drawing/2014/main" id="{76182C13-0258-3D1F-2E3B-7AED68E1421E}"/>
                </a:ext>
              </a:extLst>
            </p:cNvPr>
            <p:cNvSpPr txBox="1"/>
            <p:nvPr/>
          </p:nvSpPr>
          <p:spPr>
            <a:xfrm>
              <a:off x="639270" y="6540995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ชอ.</a:t>
              </a:r>
            </a:p>
          </p:txBody>
        </p:sp>
        <p:sp>
          <p:nvSpPr>
            <p:cNvPr id="56" name="กล่องข้อความ 55">
              <a:extLst>
                <a:ext uri="{FF2B5EF4-FFF2-40B4-BE49-F238E27FC236}">
                  <a16:creationId xmlns:a16="http://schemas.microsoft.com/office/drawing/2014/main" id="{2B3CFE16-0E90-BDCC-EE15-A85F9F54D038}"/>
                </a:ext>
              </a:extLst>
            </p:cNvPr>
            <p:cNvSpPr txBox="1"/>
            <p:nvPr/>
          </p:nvSpPr>
          <p:spPr>
            <a:xfrm>
              <a:off x="1773069" y="6547287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สอ.ทอ.</a:t>
              </a:r>
            </a:p>
          </p:txBody>
        </p:sp>
        <p:sp>
          <p:nvSpPr>
            <p:cNvPr id="57" name="กล่องข้อความ 56">
              <a:extLst>
                <a:ext uri="{FF2B5EF4-FFF2-40B4-BE49-F238E27FC236}">
                  <a16:creationId xmlns:a16="http://schemas.microsoft.com/office/drawing/2014/main" id="{3E829679-C7E3-5350-FA6D-56ED359CF63B}"/>
                </a:ext>
              </a:extLst>
            </p:cNvPr>
            <p:cNvSpPr txBox="1"/>
            <p:nvPr/>
          </p:nvSpPr>
          <p:spPr>
            <a:xfrm>
              <a:off x="2906868" y="6547287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สพ.ทอ.</a:t>
              </a:r>
            </a:p>
          </p:txBody>
        </p:sp>
        <p:sp>
          <p:nvSpPr>
            <p:cNvPr id="58" name="กล่องข้อความ 57">
              <a:extLst>
                <a:ext uri="{FF2B5EF4-FFF2-40B4-BE49-F238E27FC236}">
                  <a16:creationId xmlns:a16="http://schemas.microsoft.com/office/drawing/2014/main" id="{3D1A2E6E-1E8B-7BBA-E948-048732C22B2F}"/>
                </a:ext>
              </a:extLst>
            </p:cNvPr>
            <p:cNvSpPr txBox="1"/>
            <p:nvPr/>
          </p:nvSpPr>
          <p:spPr>
            <a:xfrm>
              <a:off x="4040667" y="6547287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พอ.</a:t>
              </a:r>
            </a:p>
          </p:txBody>
        </p:sp>
        <p:sp>
          <p:nvSpPr>
            <p:cNvPr id="59" name="กล่องข้อความ 58">
              <a:extLst>
                <a:ext uri="{FF2B5EF4-FFF2-40B4-BE49-F238E27FC236}">
                  <a16:creationId xmlns:a16="http://schemas.microsoft.com/office/drawing/2014/main" id="{902D6A27-147D-18B1-2263-6B3DFFD44D96}"/>
                </a:ext>
              </a:extLst>
            </p:cNvPr>
            <p:cNvSpPr txBox="1"/>
            <p:nvPr/>
          </p:nvSpPr>
          <p:spPr>
            <a:xfrm>
              <a:off x="4040186" y="7021744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พธ.ทอ.</a:t>
              </a:r>
            </a:p>
          </p:txBody>
        </p:sp>
        <p:sp>
          <p:nvSpPr>
            <p:cNvPr id="60" name="กล่องข้อความ 59">
              <a:extLst>
                <a:ext uri="{FF2B5EF4-FFF2-40B4-BE49-F238E27FC236}">
                  <a16:creationId xmlns:a16="http://schemas.microsoft.com/office/drawing/2014/main" id="{76DE0211-2FBA-0384-3B66-A195D72D98CC}"/>
                </a:ext>
              </a:extLst>
            </p:cNvPr>
            <p:cNvSpPr txBox="1"/>
            <p:nvPr/>
          </p:nvSpPr>
          <p:spPr>
            <a:xfrm>
              <a:off x="639270" y="7026792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ชย.ทอ.</a:t>
              </a:r>
            </a:p>
          </p:txBody>
        </p:sp>
        <p:sp>
          <p:nvSpPr>
            <p:cNvPr id="61" name="กล่องข้อความ 60">
              <a:extLst>
                <a:ext uri="{FF2B5EF4-FFF2-40B4-BE49-F238E27FC236}">
                  <a16:creationId xmlns:a16="http://schemas.microsoft.com/office/drawing/2014/main" id="{4045C767-36D4-EBB5-0B61-D1A75F79434F}"/>
                </a:ext>
              </a:extLst>
            </p:cNvPr>
            <p:cNvSpPr txBox="1"/>
            <p:nvPr/>
          </p:nvSpPr>
          <p:spPr>
            <a:xfrm>
              <a:off x="1778622" y="7026792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ขส.ทอ.</a:t>
              </a:r>
            </a:p>
          </p:txBody>
        </p:sp>
        <p:sp>
          <p:nvSpPr>
            <p:cNvPr id="62" name="กล่องข้อความ 61">
              <a:extLst>
                <a:ext uri="{FF2B5EF4-FFF2-40B4-BE49-F238E27FC236}">
                  <a16:creationId xmlns:a16="http://schemas.microsoft.com/office/drawing/2014/main" id="{CABF0B2C-F701-38C9-7F16-653B30C80562}"/>
                </a:ext>
              </a:extLst>
            </p:cNvPr>
            <p:cNvSpPr txBox="1"/>
            <p:nvPr/>
          </p:nvSpPr>
          <p:spPr>
            <a:xfrm>
              <a:off x="2909404" y="7026792"/>
              <a:ext cx="1083600" cy="412135"/>
            </a:xfrm>
            <a:prstGeom prst="roundRect">
              <a:avLst>
                <a:gd name="adj" fmla="val 25309"/>
              </a:avLst>
            </a:prstGeom>
            <a:solidFill>
              <a:schemeClr val="accent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7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LINE Seed Sans TH App" panose="020B0303020203020204" pitchFamily="34" charset="-34"/>
                  <a:ea typeface="LINE Seed Sans TH App" panose="020B0303020203020204" pitchFamily="34" charset="-34"/>
                  <a:cs typeface="LINE Seed Sans TH App" panose="020B0303020203020204" pitchFamily="34" charset="-34"/>
                </a:rPr>
                <a:t>ศซว.ทอ.</a:t>
              </a:r>
            </a:p>
          </p:txBody>
        </p:sp>
      </p:grpSp>
      <p:sp>
        <p:nvSpPr>
          <p:cNvPr id="64" name="กล่องข้อความ 63">
            <a:extLst>
              <a:ext uri="{FF2B5EF4-FFF2-40B4-BE49-F238E27FC236}">
                <a16:creationId xmlns:a16="http://schemas.microsoft.com/office/drawing/2014/main" id="{0B7FC0A3-644B-9107-9BF2-3C341A870CEC}"/>
              </a:ext>
            </a:extLst>
          </p:cNvPr>
          <p:cNvSpPr txBox="1"/>
          <p:nvPr/>
        </p:nvSpPr>
        <p:spPr>
          <a:xfrm>
            <a:off x="0" y="7637681"/>
            <a:ext cx="1468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ส่วนการศึกษา</a:t>
            </a:r>
          </a:p>
        </p:txBody>
      </p:sp>
      <p:sp>
        <p:nvSpPr>
          <p:cNvPr id="65" name="กล่องข้อความ 64">
            <a:extLst>
              <a:ext uri="{FF2B5EF4-FFF2-40B4-BE49-F238E27FC236}">
                <a16:creationId xmlns:a16="http://schemas.microsoft.com/office/drawing/2014/main" id="{2F334E2F-9E56-6B28-138C-189536EBFA19}"/>
              </a:ext>
            </a:extLst>
          </p:cNvPr>
          <p:cNvSpPr txBox="1"/>
          <p:nvPr/>
        </p:nvSpPr>
        <p:spPr>
          <a:xfrm>
            <a:off x="276119" y="8060874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ยศ.ทอ.</a:t>
            </a:r>
          </a:p>
        </p:txBody>
      </p:sp>
      <p:sp>
        <p:nvSpPr>
          <p:cNvPr id="66" name="กล่องข้อความ 65">
            <a:extLst>
              <a:ext uri="{FF2B5EF4-FFF2-40B4-BE49-F238E27FC236}">
                <a16:creationId xmlns:a16="http://schemas.microsoft.com/office/drawing/2014/main" id="{AD6AE28F-CFDF-9B34-097D-2719ADAC7513}"/>
              </a:ext>
            </a:extLst>
          </p:cNvPr>
          <p:cNvSpPr txBox="1"/>
          <p:nvPr/>
        </p:nvSpPr>
        <p:spPr>
          <a:xfrm>
            <a:off x="2906868" y="7642204"/>
            <a:ext cx="1661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ส่วนกิจการพิเศษ</a:t>
            </a:r>
          </a:p>
        </p:txBody>
      </p:sp>
      <p:sp>
        <p:nvSpPr>
          <p:cNvPr id="67" name="กล่องข้อความ 66">
            <a:extLst>
              <a:ext uri="{FF2B5EF4-FFF2-40B4-BE49-F238E27FC236}">
                <a16:creationId xmlns:a16="http://schemas.microsoft.com/office/drawing/2014/main" id="{50945F8E-29B4-2291-08F5-A0B0951DF49C}"/>
              </a:ext>
            </a:extLst>
          </p:cNvPr>
          <p:cNvSpPr txBox="1"/>
          <p:nvPr/>
        </p:nvSpPr>
        <p:spPr>
          <a:xfrm>
            <a:off x="2995559" y="8011139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สก.ทอ.</a:t>
            </a:r>
          </a:p>
        </p:txBody>
      </p:sp>
      <p:sp>
        <p:nvSpPr>
          <p:cNvPr id="68" name="กล่องข้อความ 67">
            <a:extLst>
              <a:ext uri="{FF2B5EF4-FFF2-40B4-BE49-F238E27FC236}">
                <a16:creationId xmlns:a16="http://schemas.microsoft.com/office/drawing/2014/main" id="{ABBDDC10-2097-5956-DD6E-288DD9B74740}"/>
              </a:ext>
            </a:extLst>
          </p:cNvPr>
          <p:cNvSpPr txBox="1"/>
          <p:nvPr/>
        </p:nvSpPr>
        <p:spPr>
          <a:xfrm>
            <a:off x="1454263" y="8060874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รร.นนก.</a:t>
            </a:r>
          </a:p>
        </p:txBody>
      </p:sp>
      <p:sp>
        <p:nvSpPr>
          <p:cNvPr id="69" name="กล่องข้อความ 68">
            <a:extLst>
              <a:ext uri="{FF2B5EF4-FFF2-40B4-BE49-F238E27FC236}">
                <a16:creationId xmlns:a16="http://schemas.microsoft.com/office/drawing/2014/main" id="{496E1699-C80D-9428-A6E7-376C2EFD09BA}"/>
              </a:ext>
            </a:extLst>
          </p:cNvPr>
          <p:cNvSpPr txBox="1"/>
          <p:nvPr/>
        </p:nvSpPr>
        <p:spPr>
          <a:xfrm>
            <a:off x="4173702" y="8005827"/>
            <a:ext cx="1231482" cy="412135"/>
          </a:xfrm>
          <a:prstGeom prst="roundRect">
            <a:avLst>
              <a:gd name="adj" fmla="val 25309"/>
            </a:avLst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ศวอ.ทอ.</a:t>
            </a:r>
          </a:p>
        </p:txBody>
      </p:sp>
      <p:sp>
        <p:nvSpPr>
          <p:cNvPr id="70" name="กล่องข้อความ 69">
            <a:extLst>
              <a:ext uri="{FF2B5EF4-FFF2-40B4-BE49-F238E27FC236}">
                <a16:creationId xmlns:a16="http://schemas.microsoft.com/office/drawing/2014/main" id="{A0CD850A-DFB8-A8A4-D4E1-A1844A682290}"/>
              </a:ext>
            </a:extLst>
          </p:cNvPr>
          <p:cNvSpPr txBox="1"/>
          <p:nvPr/>
        </p:nvSpPr>
        <p:spPr>
          <a:xfrm>
            <a:off x="2995559" y="8505567"/>
            <a:ext cx="1083600" cy="412135"/>
          </a:xfrm>
          <a:prstGeom prst="roundRect">
            <a:avLst>
              <a:gd name="adj" fmla="val 25309"/>
            </a:avLst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สวบ.ทอ.</a:t>
            </a:r>
          </a:p>
        </p:txBody>
      </p:sp>
      <p:sp>
        <p:nvSpPr>
          <p:cNvPr id="71" name="กล่องข้อความ 70">
            <a:extLst>
              <a:ext uri="{FF2B5EF4-FFF2-40B4-BE49-F238E27FC236}">
                <a16:creationId xmlns:a16="http://schemas.microsoft.com/office/drawing/2014/main" id="{E970089B-CFBC-8A4C-3F1B-CFD617E89B37}"/>
              </a:ext>
            </a:extLst>
          </p:cNvPr>
          <p:cNvSpPr txBox="1"/>
          <p:nvPr/>
        </p:nvSpPr>
        <p:spPr>
          <a:xfrm>
            <a:off x="4173702" y="8504093"/>
            <a:ext cx="1231483" cy="412135"/>
          </a:xfrm>
          <a:prstGeom prst="roundRect">
            <a:avLst>
              <a:gd name="adj" fmla="val 25309"/>
            </a:avLst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7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INE Seed Sans TH App" panose="020B0303020203020204" pitchFamily="34" charset="-34"/>
                <a:ea typeface="LINE Seed Sans TH App" panose="020B0303020203020204" pitchFamily="34" charset="-34"/>
                <a:cs typeface="LINE Seed Sans TH App" panose="020B0303020203020204" pitchFamily="34" charset="-34"/>
              </a:rPr>
              <a:t>สน.ผบ.ดม.</a:t>
            </a:r>
          </a:p>
        </p:txBody>
      </p:sp>
    </p:spTree>
    <p:extLst>
      <p:ext uri="{BB962C8B-B14F-4D97-AF65-F5344CB8AC3E}">
        <p14:creationId xmlns:p14="http://schemas.microsoft.com/office/powerpoint/2010/main" val="181237390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</TotalTime>
  <Words>104</Words>
  <Application>Microsoft Office PowerPoint</Application>
  <PresentationFormat>นำเสนอทางหน้าจอ (16:10)</PresentationFormat>
  <Paragraphs>52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LINE Seed Sans TH App</vt:lpstr>
      <vt:lpstr>ธีมของ Office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Natthapon Jintabut</dc:creator>
  <cp:lastModifiedBy>Natthapon Jintabut</cp:lastModifiedBy>
  <cp:revision>4</cp:revision>
  <dcterms:created xsi:type="dcterms:W3CDTF">2023-09-11T16:30:33Z</dcterms:created>
  <dcterms:modified xsi:type="dcterms:W3CDTF">2023-09-14T01:08:34Z</dcterms:modified>
</cp:coreProperties>
</file>