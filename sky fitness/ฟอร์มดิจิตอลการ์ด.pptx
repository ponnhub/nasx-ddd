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323D"/>
    <a:srgbClr val="FFFFFF"/>
    <a:srgbClr val="6C3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8" d="100"/>
          <a:sy n="88" d="100"/>
        </p:scale>
        <p:origin x="494" y="-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318F580-E562-7B20-99B5-D96D05BDB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3BB74C0C-A0C9-4936-E444-5E627AF29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1975712-59B9-CCC7-2A35-10930D3DA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7FE3D-7A0A-418A-AA6F-2FDB79D47AC1}" type="datetimeFigureOut">
              <a:rPr lang="th-TH" smtClean="0"/>
              <a:t>25/09/66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D916ECFF-B46F-029D-DC50-2DADA4DD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6EFA485-7FF3-09C1-5B40-35195FEBD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F05-53D3-460E-B497-CEA9EC26BCB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88090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8FE3A6C-67B5-DE3C-27B6-D9621B742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2D49F3C6-D463-7377-0A81-18532EC97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A372962C-833F-131D-6FF0-3920C0003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7FE3D-7A0A-418A-AA6F-2FDB79D47AC1}" type="datetimeFigureOut">
              <a:rPr lang="th-TH" smtClean="0"/>
              <a:t>25/09/66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2272851-29B1-34FA-7141-CEF462C76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E3D96181-D3E5-88F3-DC4B-8DA22D34A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F05-53D3-460E-B497-CEA9EC26BCB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82001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C91E5F6-5AC4-1B90-B53A-3566230A1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B6A5FD1C-1CE4-CF4B-2CFB-4FE23DF68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B07EF2D-4521-07EB-70CC-A69A4FE3C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7FE3D-7A0A-418A-AA6F-2FDB79D47AC1}" type="datetimeFigureOut">
              <a:rPr lang="th-TH" smtClean="0"/>
              <a:t>25/09/66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F39C4C6-9993-D3D9-33BA-7E59B01F0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3665BB98-C8E7-1E4D-F796-370D5F117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F05-53D3-460E-B497-CEA9EC26BCB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92600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9AA7E05-611F-8E83-4032-649C1FE1A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8A83DC8-B821-4B71-5BE5-3FB55355CB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7826B884-DC05-7FAE-31F9-FD6EBED81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2D0A4C7A-8A2D-C0E4-2CC1-3BFC6EA1E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7FE3D-7A0A-418A-AA6F-2FDB79D47AC1}" type="datetimeFigureOut">
              <a:rPr lang="th-TH" smtClean="0"/>
              <a:t>25/09/66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88829341-399F-86C9-843C-F3A76C002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9D73DC5F-B309-BE21-AF3A-9B946777B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F05-53D3-460E-B497-CEA9EC26BCB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730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1A4E4B3-FFAA-598A-755E-62D1113CB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EDBDB6C8-75E2-F6D6-6E63-73261C296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54E804C1-94E9-3F8D-0C2E-A87F110B0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2C677CC8-0BCE-052D-AF9B-2672588865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3E928ACB-8601-D6F0-E00D-F9FC654F7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F39F2C25-0588-08AC-F504-5CE832513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7FE3D-7A0A-418A-AA6F-2FDB79D47AC1}" type="datetimeFigureOut">
              <a:rPr lang="th-TH" smtClean="0"/>
              <a:t>25/09/66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FA6F3A21-351E-8BAC-6E5A-37FCF8E27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436ACCBA-BAE1-F90C-BC0B-E96B8AC5A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F05-53D3-460E-B497-CEA9EC26BCB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7675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79E5EDB-4E6D-4AA3-C1B1-074C2E85A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86D75604-54AD-DFCE-E4EA-D2FC28FC5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7FE3D-7A0A-418A-AA6F-2FDB79D47AC1}" type="datetimeFigureOut">
              <a:rPr lang="th-TH" smtClean="0"/>
              <a:t>25/09/66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81E71B51-474E-DBE2-F9D7-95C6E3DE7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FCC145B0-CB96-B8DD-21F9-328AD9B7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F05-53D3-460E-B497-CEA9EC26BCB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7129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EFE451B0-AC4F-7285-1816-851B9F4A2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7FE3D-7A0A-418A-AA6F-2FDB79D47AC1}" type="datetimeFigureOut">
              <a:rPr lang="th-TH" smtClean="0"/>
              <a:t>25/09/66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AE170C54-0A00-37BB-9C91-4C44DFBE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8C39AFAE-130C-2A13-7ECF-9E9063F8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F05-53D3-460E-B497-CEA9EC26BCB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41892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A331E22-7832-2782-81D6-D1AD8C5AA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C23B751A-B4A8-B8F7-6B32-C08F3DBAA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03D9ED81-2E6F-D36A-8366-C3A5B5621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E4EA94FF-B85C-EE0E-8200-7FA5216A4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7FE3D-7A0A-418A-AA6F-2FDB79D47AC1}" type="datetimeFigureOut">
              <a:rPr lang="th-TH" smtClean="0"/>
              <a:t>25/09/66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3AF1519F-508E-7F96-ED4D-224B964F0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9CF8A952-6A10-C4BE-896C-A0DF19CE4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F05-53D3-460E-B497-CEA9EC26BCB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95410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59F0010-03C7-371C-7DBF-64280D75C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130C788B-3FEF-4A26-98E2-3A070C3DC7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D69B8F19-AEA8-0DE8-B7A9-D6BFFF13B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F0BB612A-60C1-F9FF-051C-D8138D8F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7FE3D-7A0A-418A-AA6F-2FDB79D47AC1}" type="datetimeFigureOut">
              <a:rPr lang="th-TH" smtClean="0"/>
              <a:t>25/09/66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AF78D054-198D-AE60-056E-F86ADA7F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9926E6A3-4C53-7AED-FCBD-62AA4476E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F05-53D3-460E-B497-CEA9EC26BCB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02971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0D2DCED-ADC5-0A51-D4E0-189137D82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1E60397A-A47F-D3DB-6C98-CEC5742DA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9F0E6F3-666B-FEA8-EF7F-7B0E4538C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7FE3D-7A0A-418A-AA6F-2FDB79D47AC1}" type="datetimeFigureOut">
              <a:rPr lang="th-TH" smtClean="0"/>
              <a:t>25/09/66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1B93914B-CB62-3085-5261-57C1268BF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7A0C65F-56C5-26AF-929F-341E51C64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F05-53D3-460E-B497-CEA9EC26BCB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96482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6B7DBFE4-A5AB-0D6F-D2C2-EAD2B03C9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C1BF7DF7-5291-1A27-CD3E-F32EE9ACE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36AA9AC4-685E-4F96-A99D-3394A14CA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7FE3D-7A0A-418A-AA6F-2FDB79D47AC1}" type="datetimeFigureOut">
              <a:rPr lang="th-TH" smtClean="0"/>
              <a:t>25/09/66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B51CCFAD-A902-1AEA-EAD6-80219B976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25847AD-F815-2F64-2AC3-2E706443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69F05-53D3-460E-B497-CEA9EC26BCB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68768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B018B1D0-828F-6E06-0CD4-56FEBD30E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14E815DF-FEC6-9359-AE13-7640D5B6D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3D66885-879A-374F-40BD-EB61A2F9D0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7FE3D-7A0A-418A-AA6F-2FDB79D47AC1}" type="datetimeFigureOut">
              <a:rPr lang="th-TH" smtClean="0"/>
              <a:t>25/09/66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BCEBA1DA-D227-21CB-3456-10DAE1D3D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9190817-8E25-8205-FDAB-89973D9F3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69F05-53D3-460E-B497-CEA9EC26BCB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39299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20D65368-BE90-1783-F65B-AB37175018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817"/>
          <a:stretch/>
        </p:blipFill>
        <p:spPr>
          <a:xfrm>
            <a:off x="870870" y="818441"/>
            <a:ext cx="3533982" cy="5221118"/>
          </a:xfrm>
          <a:prstGeom prst="rect">
            <a:avLst/>
          </a:prstGeom>
        </p:spPr>
      </p:pic>
      <p:grpSp>
        <p:nvGrpSpPr>
          <p:cNvPr id="2" name="กลุ่ม 1">
            <a:extLst>
              <a:ext uri="{FF2B5EF4-FFF2-40B4-BE49-F238E27FC236}">
                <a16:creationId xmlns:a16="http://schemas.microsoft.com/office/drawing/2014/main" id="{417ABECE-526A-92F4-1D18-DDBD21D7FAE8}"/>
              </a:ext>
            </a:extLst>
          </p:cNvPr>
          <p:cNvGrpSpPr/>
          <p:nvPr/>
        </p:nvGrpSpPr>
        <p:grpSpPr>
          <a:xfrm>
            <a:off x="6233651" y="451693"/>
            <a:ext cx="4414684" cy="5954613"/>
            <a:chOff x="6233651" y="451693"/>
            <a:chExt cx="4414684" cy="5954613"/>
          </a:xfrm>
        </p:grpSpPr>
        <p:sp>
          <p:nvSpPr>
            <p:cNvPr id="6" name="สี่เหลี่ยมผืนผ้า 5">
              <a:extLst>
                <a:ext uri="{FF2B5EF4-FFF2-40B4-BE49-F238E27FC236}">
                  <a16:creationId xmlns:a16="http://schemas.microsoft.com/office/drawing/2014/main" id="{09250143-1855-4AA4-AEA0-1CBD50C8AA5B}"/>
                </a:ext>
              </a:extLst>
            </p:cNvPr>
            <p:cNvSpPr/>
            <p:nvPr/>
          </p:nvSpPr>
          <p:spPr>
            <a:xfrm>
              <a:off x="6233651" y="451693"/>
              <a:ext cx="4414684" cy="5954613"/>
            </a:xfrm>
            <a:prstGeom prst="rect">
              <a:avLst/>
            </a:prstGeom>
            <a:solidFill>
              <a:srgbClr val="2A323D"/>
            </a:solidFill>
            <a:ln>
              <a:solidFill>
                <a:srgbClr val="0070C0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dirty="0"/>
                <a:t> </a:t>
              </a:r>
            </a:p>
          </p:txBody>
        </p:sp>
        <p:sp>
          <p:nvSpPr>
            <p:cNvPr id="7" name="กล่องข้อความ 6">
              <a:extLst>
                <a:ext uri="{FF2B5EF4-FFF2-40B4-BE49-F238E27FC236}">
                  <a16:creationId xmlns:a16="http://schemas.microsoft.com/office/drawing/2014/main" id="{DDB342CD-74C5-EFDD-8B74-EE23FF04819C}"/>
                </a:ext>
              </a:extLst>
            </p:cNvPr>
            <p:cNvSpPr txBox="1"/>
            <p:nvPr/>
          </p:nvSpPr>
          <p:spPr>
            <a:xfrm>
              <a:off x="6608518" y="665826"/>
              <a:ext cx="3664950" cy="523220"/>
            </a:xfrm>
            <a:prstGeom prst="rect">
              <a:avLst/>
            </a:prstGeom>
            <a:noFill/>
            <a:ln w="28575">
              <a:solidFill>
                <a:srgbClr val="6C312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400" dirty="0">
                  <a:solidFill>
                    <a:schemeClr val="bg1"/>
                  </a:solidFill>
                  <a:latin typeface="LINE Seed Sans TH ExtraBold" panose="020B0303020203020204" pitchFamily="34" charset="-34"/>
                  <a:ea typeface="LINE Seed Sans TH ExtraBold" panose="020B0303020203020204" pitchFamily="34" charset="-34"/>
                  <a:cs typeface="LINE Seed Sans TH ExtraBold" panose="020B0303020203020204" pitchFamily="34" charset="-34"/>
                </a:rPr>
                <a:t>ไม่ควรออกกำลังกายตามลำพัง</a:t>
              </a:r>
              <a:br>
                <a:rPr lang="th-TH" sz="1400" dirty="0">
                  <a:solidFill>
                    <a:schemeClr val="bg1"/>
                  </a:solidFill>
                  <a:latin typeface="LINE Seed Sans TH ExtraBold" panose="020B0303020203020204" pitchFamily="34" charset="-34"/>
                  <a:ea typeface="LINE Seed Sans TH ExtraBold" panose="020B0303020203020204" pitchFamily="34" charset="-34"/>
                  <a:cs typeface="LINE Seed Sans TH ExtraBold" panose="020B0303020203020204" pitchFamily="34" charset="-34"/>
                </a:rPr>
              </a:br>
              <a:r>
                <a:rPr lang="th-TH" sz="1400" dirty="0">
                  <a:solidFill>
                    <a:schemeClr val="bg1"/>
                  </a:solidFill>
                  <a:latin typeface="LINE Seed Sans TH ExtraBold" panose="020B0303020203020204" pitchFamily="34" charset="-34"/>
                  <a:ea typeface="LINE Seed Sans TH ExtraBold" panose="020B0303020203020204" pitchFamily="34" charset="-34"/>
                  <a:cs typeface="LINE Seed Sans TH ExtraBold" panose="020B0303020203020204" pitchFamily="34" charset="-34"/>
                </a:rPr>
                <a:t>โดยไม่มีบุคคลอื่นอยู่ในบริเวณใกล้เคียง</a:t>
              </a:r>
            </a:p>
          </p:txBody>
        </p:sp>
        <p:pic>
          <p:nvPicPr>
            <p:cNvPr id="9" name="รูปภาพ 8">
              <a:extLst>
                <a:ext uri="{FF2B5EF4-FFF2-40B4-BE49-F238E27FC236}">
                  <a16:creationId xmlns:a16="http://schemas.microsoft.com/office/drawing/2014/main" id="{62FB1E35-F0BF-DE77-029D-7B8EE324A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05448" y="1201488"/>
              <a:ext cx="1943898" cy="194389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2" name="กล่องข้อความ 11">
              <a:extLst>
                <a:ext uri="{FF2B5EF4-FFF2-40B4-BE49-F238E27FC236}">
                  <a16:creationId xmlns:a16="http://schemas.microsoft.com/office/drawing/2014/main" id="{2A530BF5-3F57-4712-F468-EE2D47454A4D}"/>
                </a:ext>
              </a:extLst>
            </p:cNvPr>
            <p:cNvSpPr txBox="1"/>
            <p:nvPr/>
          </p:nvSpPr>
          <p:spPr>
            <a:xfrm>
              <a:off x="6608519" y="3132794"/>
              <a:ext cx="3664949" cy="510778"/>
            </a:xfrm>
            <a:prstGeom prst="roundRect">
              <a:avLst/>
            </a:prstGeom>
            <a:solidFill>
              <a:srgbClr val="FFFFFF"/>
            </a:solidFill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200" b="1" dirty="0">
                  <a:solidFill>
                    <a:sysClr val="windowText" lastClr="000000"/>
                  </a:solidFill>
                  <a:latin typeface="LINE Seed Sans TH App Thin" panose="020B0303020203020204" pitchFamily="34" charset="-34"/>
                  <a:ea typeface="LINE Seed Sans TH App Thin" panose="020B0303020203020204" pitchFamily="34" charset="-34"/>
                  <a:cs typeface="LINE Seed Sans TH App Thin" panose="020B0303020203020204" pitchFamily="34" charset="-34"/>
                </a:rPr>
                <a:t>กรุณาสวมชุดกีฬาและรองเท้าที่เหมาะสม</a:t>
              </a:r>
            </a:p>
            <a:p>
              <a:pPr algn="ctr"/>
              <a:r>
                <a:rPr lang="th-TH" sz="1200" dirty="0">
                  <a:solidFill>
                    <a:sysClr val="windowText" lastClr="000000"/>
                  </a:solidFill>
                  <a:latin typeface="LINE Seed Sans TH App Thin" panose="020B0303020203020204" pitchFamily="34" charset="-34"/>
                  <a:ea typeface="LINE Seed Sans TH App Thin" panose="020B0303020203020204" pitchFamily="34" charset="-34"/>
                  <a:cs typeface="LINE Seed Sans TH App Thin" panose="020B0303020203020204" pitchFamily="34" charset="-34"/>
                </a:rPr>
                <a:t>งดออกกำลังกายในเครื่องแบบ/เสื้อรองใน หรือชุดครึ่งท่อน</a:t>
              </a:r>
            </a:p>
          </p:txBody>
        </p:sp>
        <p:pic>
          <p:nvPicPr>
            <p:cNvPr id="14" name="รูปภาพ 13">
              <a:extLst>
                <a:ext uri="{FF2B5EF4-FFF2-40B4-BE49-F238E27FC236}">
                  <a16:creationId xmlns:a16="http://schemas.microsoft.com/office/drawing/2014/main" id="{9CC34B16-6E2A-4BE9-02CB-A600246020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889" r="18577" b="33535"/>
            <a:stretch/>
          </p:blipFill>
          <p:spPr>
            <a:xfrm>
              <a:off x="6608518" y="3766699"/>
              <a:ext cx="1767920" cy="2295567"/>
            </a:xfrm>
            <a:prstGeom prst="roundRect">
              <a:avLst>
                <a:gd name="adj" fmla="val 4869"/>
              </a:avLst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5" name="กล่องข้อความ 14">
              <a:extLst>
                <a:ext uri="{FF2B5EF4-FFF2-40B4-BE49-F238E27FC236}">
                  <a16:creationId xmlns:a16="http://schemas.microsoft.com/office/drawing/2014/main" id="{8548F8BC-047B-5560-FBD7-D8EDCABD77AE}"/>
                </a:ext>
              </a:extLst>
            </p:cNvPr>
            <p:cNvSpPr txBox="1"/>
            <p:nvPr/>
          </p:nvSpPr>
          <p:spPr>
            <a:xfrm>
              <a:off x="8440993" y="4565238"/>
              <a:ext cx="2133923" cy="919401"/>
            </a:xfrm>
            <a:prstGeom prst="roundRect">
              <a:avLst/>
            </a:prstGeom>
            <a:solidFill>
              <a:srgbClr val="FFFFFF"/>
            </a:solidFill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200" b="1" dirty="0">
                  <a:solidFill>
                    <a:sysClr val="windowText" lastClr="000000"/>
                  </a:solidFill>
                  <a:latin typeface="LINE Seed Sans TH App Thin" panose="020B0303020203020204" pitchFamily="34" charset="-34"/>
                  <a:ea typeface="LINE Seed Sans TH App Thin" panose="020B0303020203020204" pitchFamily="34" charset="-34"/>
                  <a:cs typeface="LINE Seed Sans TH App Thin" panose="020B0303020203020204" pitchFamily="34" charset="-34"/>
                </a:rPr>
                <a:t>กรุณาสวมชุดกีฬาและรองเท้าที่เหมาะสม</a:t>
              </a:r>
            </a:p>
            <a:p>
              <a:pPr algn="ctr"/>
              <a:r>
                <a:rPr lang="th-TH" sz="1200" dirty="0">
                  <a:solidFill>
                    <a:sysClr val="windowText" lastClr="000000"/>
                  </a:solidFill>
                  <a:latin typeface="LINE Seed Sans TH App Thin" panose="020B0303020203020204" pitchFamily="34" charset="-34"/>
                  <a:ea typeface="LINE Seed Sans TH App Thin" panose="020B0303020203020204" pitchFamily="34" charset="-34"/>
                  <a:cs typeface="LINE Seed Sans TH App Thin" panose="020B0303020203020204" pitchFamily="34" charset="-34"/>
                </a:rPr>
                <a:t>งดออกกำลังกายในเครื่องแบบ</a:t>
              </a:r>
              <a:br>
                <a:rPr lang="th-TH" sz="1200" dirty="0">
                  <a:solidFill>
                    <a:sysClr val="windowText" lastClr="000000"/>
                  </a:solidFill>
                  <a:latin typeface="LINE Seed Sans TH App Thin" panose="020B0303020203020204" pitchFamily="34" charset="-34"/>
                  <a:ea typeface="LINE Seed Sans TH App Thin" panose="020B0303020203020204" pitchFamily="34" charset="-34"/>
                  <a:cs typeface="LINE Seed Sans TH App Thin" panose="020B0303020203020204" pitchFamily="34" charset="-34"/>
                </a:rPr>
              </a:br>
              <a:r>
                <a:rPr lang="th-TH" sz="1200" dirty="0">
                  <a:solidFill>
                    <a:sysClr val="windowText" lastClr="000000"/>
                  </a:solidFill>
                  <a:latin typeface="LINE Seed Sans TH App Thin" panose="020B0303020203020204" pitchFamily="34" charset="-34"/>
                  <a:ea typeface="LINE Seed Sans TH App Thin" panose="020B0303020203020204" pitchFamily="34" charset="-34"/>
                  <a:cs typeface="LINE Seed Sans TH App Thin" panose="020B0303020203020204" pitchFamily="34" charset="-34"/>
                </a:rPr>
                <a:t>/เสื้อรองใน หรือชุดครึ่งท่อน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8467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รูปภาพ 1">
            <a:extLst>
              <a:ext uri="{FF2B5EF4-FFF2-40B4-BE49-F238E27FC236}">
                <a16:creationId xmlns:a16="http://schemas.microsoft.com/office/drawing/2014/main" id="{22D6D60E-57B8-1F5F-B7DA-7B97A23F36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98"/>
          <a:stretch/>
        </p:blipFill>
        <p:spPr>
          <a:xfrm>
            <a:off x="1011567" y="525315"/>
            <a:ext cx="2097393" cy="4190377"/>
          </a:xfrm>
          <a:prstGeom prst="rect">
            <a:avLst/>
          </a:prstGeom>
        </p:spPr>
      </p:pic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E7006966-22CC-1320-9256-0B462473C792}"/>
              </a:ext>
            </a:extLst>
          </p:cNvPr>
          <p:cNvSpPr/>
          <p:nvPr/>
        </p:nvSpPr>
        <p:spPr>
          <a:xfrm>
            <a:off x="6259776" y="451693"/>
            <a:ext cx="4414684" cy="5954613"/>
          </a:xfrm>
          <a:prstGeom prst="rect">
            <a:avLst/>
          </a:prstGeom>
          <a:solidFill>
            <a:srgbClr val="2A323D"/>
          </a:solidFill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C258B457-D6A3-D19F-9117-BD4721515B6E}"/>
              </a:ext>
            </a:extLst>
          </p:cNvPr>
          <p:cNvSpPr txBox="1"/>
          <p:nvPr/>
        </p:nvSpPr>
        <p:spPr>
          <a:xfrm>
            <a:off x="6608518" y="665826"/>
            <a:ext cx="3664950" cy="523220"/>
          </a:xfrm>
          <a:prstGeom prst="rect">
            <a:avLst/>
          </a:prstGeom>
          <a:noFill/>
          <a:ln w="28575">
            <a:solidFill>
              <a:srgbClr val="6C312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th-TH" sz="1400" dirty="0">
                <a:solidFill>
                  <a:schemeClr val="bg1"/>
                </a:solidFill>
                <a:latin typeface="LINE Seed Sans TH ExtraBold" panose="020B0303020203020204" pitchFamily="34" charset="-34"/>
                <a:ea typeface="LINE Seed Sans TH ExtraBold" panose="020B0303020203020204" pitchFamily="34" charset="-34"/>
                <a:cs typeface="LINE Seed Sans TH ExtraBold" panose="020B0303020203020204" pitchFamily="34" charset="-34"/>
              </a:rPr>
              <a:t>ไม่ควรออกกำลังกายตามลำพัง</a:t>
            </a:r>
            <a:br>
              <a:rPr lang="th-TH" sz="1400" dirty="0">
                <a:solidFill>
                  <a:schemeClr val="bg1"/>
                </a:solidFill>
                <a:latin typeface="LINE Seed Sans TH ExtraBold" panose="020B0303020203020204" pitchFamily="34" charset="-34"/>
                <a:ea typeface="LINE Seed Sans TH ExtraBold" panose="020B0303020203020204" pitchFamily="34" charset="-34"/>
                <a:cs typeface="LINE Seed Sans TH ExtraBold" panose="020B0303020203020204" pitchFamily="34" charset="-34"/>
              </a:rPr>
            </a:br>
            <a:r>
              <a:rPr lang="th-TH" sz="1400" dirty="0">
                <a:solidFill>
                  <a:schemeClr val="bg1"/>
                </a:solidFill>
                <a:latin typeface="LINE Seed Sans TH ExtraBold" panose="020B0303020203020204" pitchFamily="34" charset="-34"/>
                <a:ea typeface="LINE Seed Sans TH ExtraBold" panose="020B0303020203020204" pitchFamily="34" charset="-34"/>
                <a:cs typeface="LINE Seed Sans TH ExtraBold" panose="020B0303020203020204" pitchFamily="34" charset="-34"/>
              </a:rPr>
              <a:t>โดยไม่มีบุคคลอื่นอยู่ในบริเวณใกล้เคียง</a:t>
            </a:r>
          </a:p>
        </p:txBody>
      </p:sp>
    </p:spTree>
    <p:extLst>
      <p:ext uri="{BB962C8B-B14F-4D97-AF65-F5344CB8AC3E}">
        <p14:creationId xmlns:p14="http://schemas.microsoft.com/office/powerpoint/2010/main" val="4282246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538C04B2-E344-5FAB-4048-8B7FD47D1C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632" y="0"/>
            <a:ext cx="4741752" cy="6858000"/>
          </a:xfrm>
          <a:prstGeom prst="rect">
            <a:avLst/>
          </a:prstGeom>
        </p:spPr>
      </p:pic>
      <p:pic>
        <p:nvPicPr>
          <p:cNvPr id="9" name="รูปภาพ 8">
            <a:extLst>
              <a:ext uri="{FF2B5EF4-FFF2-40B4-BE49-F238E27FC236}">
                <a16:creationId xmlns:a16="http://schemas.microsoft.com/office/drawing/2014/main" id="{55838455-1410-6C49-D173-A51A19366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335" y="0"/>
            <a:ext cx="43682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87540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80</Words>
  <Application>Microsoft Office PowerPoint</Application>
  <PresentationFormat>แบบจอกว้าง</PresentationFormat>
  <Paragraphs>7</Paragraphs>
  <Slides>3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LINE Seed Sans TH App Thin</vt:lpstr>
      <vt:lpstr>LINE Seed Sans TH ExtraBold</vt:lpstr>
      <vt:lpstr>ธีมของ Office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Natthapon Jintabut</dc:creator>
  <cp:lastModifiedBy>Natthapon Jintabut</cp:lastModifiedBy>
  <cp:revision>2</cp:revision>
  <dcterms:created xsi:type="dcterms:W3CDTF">2023-09-20T07:46:17Z</dcterms:created>
  <dcterms:modified xsi:type="dcterms:W3CDTF">2023-09-25T08:28:38Z</dcterms:modified>
</cp:coreProperties>
</file>