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3" r:id="rId3"/>
    <p:sldMasterId id="2147483685" r:id="rId4"/>
    <p:sldMasterId id="2147483697" r:id="rId5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 type="screen4x3"/>
  <p:notesSz cx="6797675" cy="9928225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tantia" panose="02030602050306030303" pitchFamily="18" charset="0"/>
      <p:regular r:id="rId17"/>
      <p:bold r:id="rId18"/>
      <p:italic r:id="rId19"/>
      <p:boldItalic r:id="rId20"/>
    </p:embeddedFont>
    <p:embeddedFont>
      <p:font typeface="Sarabun" pitchFamily="2" charset="-34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2903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iejeURpQntOrVntGEfEhlESjDP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614" y="36"/>
      </p:cViewPr>
      <p:guideLst>
        <p:guide orient="horz" pos="2137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 /><Relationship Id="rId13" Type="http://schemas.openxmlformats.org/officeDocument/2006/relationships/font" Target="fonts/font1.fntdata" /><Relationship Id="rId18" Type="http://schemas.openxmlformats.org/officeDocument/2006/relationships/font" Target="fonts/font6.fntdata" /><Relationship Id="rId26" Type="http://schemas.openxmlformats.org/officeDocument/2006/relationships/presProps" Target="presProps.xml" /><Relationship Id="rId3" Type="http://schemas.openxmlformats.org/officeDocument/2006/relationships/slideMaster" Target="slideMasters/slideMaster3.xml" /><Relationship Id="rId21" Type="http://schemas.openxmlformats.org/officeDocument/2006/relationships/font" Target="fonts/font9.fntdata" /><Relationship Id="rId7" Type="http://schemas.openxmlformats.org/officeDocument/2006/relationships/slide" Target="slides/slide2.xml" /><Relationship Id="rId12" Type="http://schemas.openxmlformats.org/officeDocument/2006/relationships/notesMaster" Target="notesMasters/notesMaster1.xml" /><Relationship Id="rId17" Type="http://schemas.openxmlformats.org/officeDocument/2006/relationships/font" Target="fonts/font5.fntdata" /><Relationship Id="rId25" Type="http://customschemas.google.com/relationships/presentationmetadata" Target="metadata" /><Relationship Id="rId2" Type="http://schemas.openxmlformats.org/officeDocument/2006/relationships/slideMaster" Target="slideMasters/slideMaster2.xml" /><Relationship Id="rId16" Type="http://schemas.openxmlformats.org/officeDocument/2006/relationships/font" Target="fonts/font4.fntdata" /><Relationship Id="rId20" Type="http://schemas.openxmlformats.org/officeDocument/2006/relationships/font" Target="fonts/font8.fntdata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11" Type="http://schemas.openxmlformats.org/officeDocument/2006/relationships/slide" Target="slides/slide6.xml" /><Relationship Id="rId24" Type="http://schemas.openxmlformats.org/officeDocument/2006/relationships/font" Target="fonts/font12.fntdata" /><Relationship Id="rId5" Type="http://schemas.openxmlformats.org/officeDocument/2006/relationships/slideMaster" Target="slideMasters/slideMaster5.xml" /><Relationship Id="rId15" Type="http://schemas.openxmlformats.org/officeDocument/2006/relationships/font" Target="fonts/font3.fntdata" /><Relationship Id="rId23" Type="http://schemas.openxmlformats.org/officeDocument/2006/relationships/font" Target="fonts/font11.fntdata" /><Relationship Id="rId28" Type="http://schemas.openxmlformats.org/officeDocument/2006/relationships/theme" Target="theme/theme1.xml" /><Relationship Id="rId10" Type="http://schemas.openxmlformats.org/officeDocument/2006/relationships/slide" Target="slides/slide5.xml" /><Relationship Id="rId19" Type="http://schemas.openxmlformats.org/officeDocument/2006/relationships/font" Target="fonts/font7.fntdata" /><Relationship Id="rId4" Type="http://schemas.openxmlformats.org/officeDocument/2006/relationships/slideMaster" Target="slideMasters/slideMaster4.xml" /><Relationship Id="rId9" Type="http://schemas.openxmlformats.org/officeDocument/2006/relationships/slide" Target="slides/slide4.xml" /><Relationship Id="rId14" Type="http://schemas.openxmlformats.org/officeDocument/2006/relationships/font" Target="fonts/font2.fntdata" /><Relationship Id="rId22" Type="http://schemas.openxmlformats.org/officeDocument/2006/relationships/font" Target="fonts/font10.fntdata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9" y="2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817" y="2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9" y="9429616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817" y="9429616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  <p:extLst>
      <p:ext uri="{BB962C8B-B14F-4D97-AF65-F5344CB8AC3E}">
        <p14:creationId xmlns:p14="http://schemas.microsoft.com/office/powerpoint/2010/main" val="2497142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013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6" name="Google Shape;396;p2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:notes"/>
          <p:cNvSpPr txBox="1">
            <a:spLocks noGrp="1"/>
          </p:cNvSpPr>
          <p:nvPr>
            <p:ph type="sldNum" idx="12"/>
          </p:nvPr>
        </p:nvSpPr>
        <p:spPr>
          <a:xfrm>
            <a:off x="3850817" y="9429616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8915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5220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4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:notes"/>
          <p:cNvSpPr txBox="1">
            <a:spLocks noGrp="1"/>
          </p:cNvSpPr>
          <p:nvPr>
            <p:ph type="sldNum" idx="12"/>
          </p:nvPr>
        </p:nvSpPr>
        <p:spPr>
          <a:xfrm>
            <a:off x="3850817" y="9429616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882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6806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2338" y="742950"/>
            <a:ext cx="4953000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6:notes"/>
          <p:cNvSpPr txBox="1">
            <a:spLocks noGrp="1"/>
          </p:cNvSpPr>
          <p:nvPr>
            <p:ph type="body" idx="1"/>
          </p:nvPr>
        </p:nvSpPr>
        <p:spPr>
          <a:xfrm>
            <a:off x="679939" y="4715601"/>
            <a:ext cx="5437827" cy="446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6:notes"/>
          <p:cNvSpPr txBox="1">
            <a:spLocks noGrp="1"/>
          </p:cNvSpPr>
          <p:nvPr>
            <p:ph type="sldNum" idx="12"/>
          </p:nvPr>
        </p:nvSpPr>
        <p:spPr>
          <a:xfrm>
            <a:off x="3850817" y="9429616"/>
            <a:ext cx="2945294" cy="49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250" tIns="45125" rIns="90250" bIns="451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 sz="1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53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เนื้อหา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ภาพนิ่งชื่อเรื่อง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>
            <a:spLocks noGrp="1"/>
          </p:cNvSpPr>
          <p:nvPr>
            <p:ph type="ctrTitle"/>
          </p:nvPr>
        </p:nvSpPr>
        <p:spPr>
          <a:xfrm>
            <a:off x="628650" y="171835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Font typeface="Sarabun"/>
              <a:buNone/>
              <a:defRPr sz="45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ubTitle" idx="1"/>
          </p:nvPr>
        </p:nvSpPr>
        <p:spPr>
          <a:xfrm>
            <a:off x="1085850" y="4198029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่วนหัวของส่วน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Sarabun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 2 ส่วน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การเปรียบเทียบ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ฉพาะชื่อเรื่อง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ว่างเปล่า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พร้อมคำอธิบายภาพ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Char char="❖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รูปภาพพร้อมคำอธิบายภาพ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None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ข้อความแนวตั้ง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 rot="5400000">
            <a:off x="2322853" y="738981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ข้อความและชื่อเรื่องแนวตั้ง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 rot="5400000">
            <a:off x="4623594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ภาพนิ่งชื่อเรื่อง" type="title">
  <p:cSld name="TITL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ctrTitle"/>
          </p:nvPr>
        </p:nvSpPr>
        <p:spPr>
          <a:xfrm>
            <a:off x="628650" y="171835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Font typeface="Sarabun"/>
              <a:buNone/>
              <a:defRPr sz="45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ubTitle" idx="1"/>
          </p:nvPr>
        </p:nvSpPr>
        <p:spPr>
          <a:xfrm>
            <a:off x="1085850" y="4198029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เนื้อหา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่วนหัวของส่วน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Sarabun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 2 ส่วน" type="twoObj">
  <p:cSld name="TWO_OBJECT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การเปรียบเทียบ" type="twoTxTwoObj">
  <p:cSld name="TWO_OBJECTS_WITH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17" name="Google Shape;117;p2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ฉพาะชื่อเรื่อง" type="titleOnly">
  <p:cSld name="TITLE_ONL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ว่างเปล่า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พร้อมคำอธิบายภาพ" type="objTx">
  <p:cSld name="OBJECT_WITH_CAPTIO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Char char="❖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รูปภาพพร้อมคำอธิบายภาพ" type="picTx">
  <p:cSld name="PICTURE_WITH_CAPTION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None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ข้อความแนวตั้ง" type="vertTx">
  <p:cSld name="VERTICAL_TEX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body" idx="1"/>
          </p:nvPr>
        </p:nvSpPr>
        <p:spPr>
          <a:xfrm rot="5400000">
            <a:off x="2322853" y="738981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ข้อความและชื่อเรื่องแนวตั้ง" type="vertTitleAndTx">
  <p:cSld name="VERTICAL_TITLE_AND_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title"/>
          </p:nvPr>
        </p:nvSpPr>
        <p:spPr>
          <a:xfrm rot="5400000">
            <a:off x="4623594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51" name="Google Shape;151;p3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52" name="Google Shape;152;p3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" type="objOnly">
  <p:cSld name="OBJECT_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56" name="Google Shape;156;p3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57" name="Google Shape;157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ภาพนิ่งชื่อเรื่อง" type="title">
  <p:cSld name="TITL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เนื้อหา" type="obj">
  <p:cSld name="OBJEC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่วนหัวของส่วน" type="secHead">
  <p:cSld name="SECTION_HEADER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 2 ส่วน" type="twoObj">
  <p:cSld name="TWO_OBJECT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86" name="Google Shape;186;p3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การเปรียบเทียบ" type="twoTxTwoObj">
  <p:cSld name="TWO_OBJECTS_WITH_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ฉพาะชื่อเรื่อง" type="titleOnly">
  <p:cSld name="TITLE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3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ว่างเปล่า" type="blank">
  <p:cSld name="BLANK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3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พร้อมคำอธิบายภาพ" type="objTx">
  <p:cSld name="OBJECT_WITH_CAPTION_TEXT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0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0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10" name="Google Shape;210;p40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รูปภาพพร้อมคำอธิบายภาพ" type="picTx">
  <p:cSld name="PICTURE_WITH_CAPTION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7" name="Google Shape;217;p4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18" name="Google Shape;218;p4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ข้อความแนวตั้ง" type="vertTx">
  <p:cSld name="VERTICAL_TEX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4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ข้อความและชื่อเรื่องแนวตั้ง" type="vertTitleAndTx">
  <p:cSld name="VERTICAL_TITLE_AND_VERTICAL_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4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ไลด์ชื่อเรื่อง" type="title">
  <p:cSld name="TITLE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4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4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4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4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เนื้อหา" type="obj">
  <p:cSld name="OBJECT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46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4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4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่วนหัวของส่วน" type="secHead">
  <p:cSld name="SECTION_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4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4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 2 ส่วน" type="twoObj">
  <p:cSld name="TWO_OBJECT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48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260" name="Google Shape;260;p48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261" name="Google Shape;261;p4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4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การเปรียบเทียบ" type="twoTxTwoObj">
  <p:cSld name="TWO_OBJECTS_WITH_TEXT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4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7" name="Google Shape;267;p4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68" name="Google Shape;268;p4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69" name="Google Shape;269;p49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270" name="Google Shape;270;p4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4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ฉพาะชื่อเรื่อง" type="titleOnly">
  <p:cSld name="TITLE_ONLY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5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5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ว่างเปล่า" type="blank">
  <p:cSld name="BLANK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5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5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พร้อมคำอธิบายภาพ" type="objTx">
  <p:cSld name="OBJECT_WITH_CAPTION_TEXT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2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52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85" name="Google Shape;285;p52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86" name="Google Shape;286;p5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รูปภาพพร้อมคำอธิบายภาพ" type="picTx">
  <p:cSld name="PICTURE_WITH_CAPTION_TEXT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293" name="Google Shape;293;p5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5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5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ข้อความแนวตั้ง" type="vertTx">
  <p:cSld name="VERTICAL_TEX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5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5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5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ข้อความและชื่อเรื่องแนวตั้ง" type="vertTitleAndTx">
  <p:cSld name="VERTICAL_TITLE_AND_VERTICAL_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>
            <a:spLocks noGrp="1"/>
          </p:cNvSpPr>
          <p:nvPr>
            <p:ph type="title"/>
          </p:nvPr>
        </p:nvSpPr>
        <p:spPr>
          <a:xfrm rot="5400000">
            <a:off x="4732337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5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3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55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55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55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ภาพนิ่งชื่อเรื่อง" type="title">
  <p:cSld name="TITLE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7"/>
          <p:cNvSpPr txBox="1">
            <a:spLocks noGrp="1"/>
          </p:cNvSpPr>
          <p:nvPr>
            <p:ph type="ctrTitle"/>
          </p:nvPr>
        </p:nvSpPr>
        <p:spPr>
          <a:xfrm>
            <a:off x="628650" y="171835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Font typeface="Sarabun"/>
              <a:buNone/>
              <a:defRPr sz="45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57"/>
          <p:cNvSpPr txBox="1">
            <a:spLocks noGrp="1"/>
          </p:cNvSpPr>
          <p:nvPr>
            <p:ph type="subTitle" idx="1"/>
          </p:nvPr>
        </p:nvSpPr>
        <p:spPr>
          <a:xfrm>
            <a:off x="1085850" y="4198029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14" name="Google Shape;314;p5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15" name="Google Shape;315;p5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16" name="Google Shape;316;p5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เนื้อหา" type="obj">
  <p:cSld name="OBJECT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8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58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0" name="Google Shape;320;p5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21" name="Google Shape;321;p58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22" name="Google Shape;322;p5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ส่วนหัวของส่วน" type="secHead">
  <p:cSld name="SECTION_HEADER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9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500"/>
              <a:buFont typeface="Sarabun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59"/>
          <p:cNvSpPr txBox="1"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5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27" name="Google Shape;327;p59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28" name="Google Shape;328;p5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 2 ส่วน" type="twoObj">
  <p:cSld name="TWO_OBJECTS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0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6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6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6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34" name="Google Shape;334;p60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35" name="Google Shape;335;p6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การเปรียบเทียบ" type="twoTxTwoObj">
  <p:cSld name="TWO_OBJECTS_WITH_TEXT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1"/>
          <p:cNvSpPr txBox="1"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61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39" name="Google Shape;339;p6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61"/>
          <p:cNvSpPr txBox="1">
            <a:spLocks noGrp="1"/>
          </p:cNvSpPr>
          <p:nvPr>
            <p:ph type="body" idx="3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41" name="Google Shape;341;p6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6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43" name="Google Shape;343;p61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44" name="Google Shape;344;p6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ฉพาะชื่อเรื่อง" type="titleOnly">
  <p:cSld name="TITLE_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2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6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48" name="Google Shape;348;p62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49" name="Google Shape;349;p6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ว่างเปล่า" type="blank">
  <p:cSld name="BLANK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52" name="Google Shape;352;p63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53" name="Google Shape;353;p6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พร้อมคำอธิบายภาพ" type="objTx">
  <p:cSld name="OBJECT_WITH_CAPTION_TEXT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64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Char char="❖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Char char="❖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❖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57" name="Google Shape;357;p6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58" name="Google Shape;358;p6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59" name="Google Shape;359;p64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60" name="Google Shape;360;p6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รูปภาพพร้อมคำอธิบายภาพ" type="picTx">
  <p:cSld name="PICTURE_WITH_CAPTION_TEXT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Sarabun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65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None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None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4" name="Google Shape;364;p6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365" name="Google Shape;365;p6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66" name="Google Shape;366;p65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67" name="Google Shape;367;p6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ชื่อเรื่องและข้อความแนวตั้ง" type="vertTx">
  <p:cSld name="VERTICAL_TEXT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6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66"/>
          <p:cNvSpPr txBox="1">
            <a:spLocks noGrp="1"/>
          </p:cNvSpPr>
          <p:nvPr>
            <p:ph type="body" idx="1"/>
          </p:nvPr>
        </p:nvSpPr>
        <p:spPr>
          <a:xfrm rot="5400000">
            <a:off x="2322853" y="738981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6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72" name="Google Shape;372;p66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73" name="Google Shape;373;p6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ข้อความและชื่อเรื่องแนวตั้ง" type="vertTitleAndTx">
  <p:cSld name="VERTICAL_TITLE_AND_VERTICAL_TEX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7"/>
          <p:cNvSpPr txBox="1">
            <a:spLocks noGrp="1"/>
          </p:cNvSpPr>
          <p:nvPr>
            <p:ph type="title"/>
          </p:nvPr>
        </p:nvSpPr>
        <p:spPr>
          <a:xfrm rot="5400000">
            <a:off x="4623594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6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7" name="Google Shape;377;p6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78" name="Google Shape;378;p67"/>
          <p:cNvSpPr txBox="1">
            <a:spLocks noGrp="1"/>
          </p:cNvSpPr>
          <p:nvPr>
            <p:ph type="ft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79" name="Google Shape;379;p6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เนื้อหา" type="objOnly">
  <p:cSld name="OBJECT_ONLY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❖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68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83" name="Google Shape;383;p6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384" name="Google Shape;384;p6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0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image" Target="../media/image1.jpg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26.xml" /><Relationship Id="rId7" Type="http://schemas.openxmlformats.org/officeDocument/2006/relationships/slideLayout" Target="../slideLayouts/slideLayout30.xml" /><Relationship Id="rId12" Type="http://schemas.openxmlformats.org/officeDocument/2006/relationships/theme" Target="../theme/theme3.xml" /><Relationship Id="rId2" Type="http://schemas.openxmlformats.org/officeDocument/2006/relationships/slideLayout" Target="../slideLayouts/slideLayout25.xml" /><Relationship Id="rId1" Type="http://schemas.openxmlformats.org/officeDocument/2006/relationships/slideLayout" Target="../slideLayouts/slideLayout24.xml" /><Relationship Id="rId6" Type="http://schemas.openxmlformats.org/officeDocument/2006/relationships/slideLayout" Target="../slideLayouts/slideLayout29.xml" /><Relationship Id="rId11" Type="http://schemas.openxmlformats.org/officeDocument/2006/relationships/slideLayout" Target="../slideLayouts/slideLayout34.xml" /><Relationship Id="rId5" Type="http://schemas.openxmlformats.org/officeDocument/2006/relationships/slideLayout" Target="../slideLayouts/slideLayout28.xml" /><Relationship Id="rId10" Type="http://schemas.openxmlformats.org/officeDocument/2006/relationships/slideLayout" Target="../slideLayouts/slideLayout33.xml" /><Relationship Id="rId4" Type="http://schemas.openxmlformats.org/officeDocument/2006/relationships/slideLayout" Target="../slideLayouts/slideLayout27.xml" /><Relationship Id="rId9" Type="http://schemas.openxmlformats.org/officeDocument/2006/relationships/slideLayout" Target="../slideLayouts/slideLayout32.xml" 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7.xml" /><Relationship Id="rId7" Type="http://schemas.openxmlformats.org/officeDocument/2006/relationships/slideLayout" Target="../slideLayouts/slideLayout41.xml" /><Relationship Id="rId12" Type="http://schemas.openxmlformats.org/officeDocument/2006/relationships/theme" Target="../theme/theme4.xml" /><Relationship Id="rId2" Type="http://schemas.openxmlformats.org/officeDocument/2006/relationships/slideLayout" Target="../slideLayouts/slideLayout36.xml" /><Relationship Id="rId1" Type="http://schemas.openxmlformats.org/officeDocument/2006/relationships/slideLayout" Target="../slideLayouts/slideLayout35.xml" /><Relationship Id="rId6" Type="http://schemas.openxmlformats.org/officeDocument/2006/relationships/slideLayout" Target="../slideLayouts/slideLayout40.xml" /><Relationship Id="rId11" Type="http://schemas.openxmlformats.org/officeDocument/2006/relationships/slideLayout" Target="../slideLayouts/slideLayout45.xml" /><Relationship Id="rId5" Type="http://schemas.openxmlformats.org/officeDocument/2006/relationships/slideLayout" Target="../slideLayouts/slideLayout39.xml" /><Relationship Id="rId10" Type="http://schemas.openxmlformats.org/officeDocument/2006/relationships/slideLayout" Target="../slideLayouts/slideLayout44.xml" /><Relationship Id="rId4" Type="http://schemas.openxmlformats.org/officeDocument/2006/relationships/slideLayout" Target="../slideLayouts/slideLayout38.xml" /><Relationship Id="rId9" Type="http://schemas.openxmlformats.org/officeDocument/2006/relationships/slideLayout" Target="../slideLayouts/slideLayout43.xml" 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 /><Relationship Id="rId13" Type="http://schemas.openxmlformats.org/officeDocument/2006/relationships/theme" Target="../theme/theme5.xml" /><Relationship Id="rId3" Type="http://schemas.openxmlformats.org/officeDocument/2006/relationships/slideLayout" Target="../slideLayouts/slideLayout48.xml" /><Relationship Id="rId7" Type="http://schemas.openxmlformats.org/officeDocument/2006/relationships/slideLayout" Target="../slideLayouts/slideLayout52.xml" /><Relationship Id="rId12" Type="http://schemas.openxmlformats.org/officeDocument/2006/relationships/slideLayout" Target="../slideLayouts/slideLayout57.xml" /><Relationship Id="rId2" Type="http://schemas.openxmlformats.org/officeDocument/2006/relationships/slideLayout" Target="../slideLayouts/slideLayout47.xml" /><Relationship Id="rId1" Type="http://schemas.openxmlformats.org/officeDocument/2006/relationships/slideLayout" Target="../slideLayouts/slideLayout46.xml" /><Relationship Id="rId6" Type="http://schemas.openxmlformats.org/officeDocument/2006/relationships/slideLayout" Target="../slideLayouts/slideLayout51.xml" /><Relationship Id="rId11" Type="http://schemas.openxmlformats.org/officeDocument/2006/relationships/slideLayout" Target="../slideLayouts/slideLayout56.xml" /><Relationship Id="rId5" Type="http://schemas.openxmlformats.org/officeDocument/2006/relationships/slideLayout" Target="../slideLayouts/slideLayout50.xml" /><Relationship Id="rId10" Type="http://schemas.openxmlformats.org/officeDocument/2006/relationships/slideLayout" Target="../slideLayouts/slideLayout55.xml" /><Relationship Id="rId4" Type="http://schemas.openxmlformats.org/officeDocument/2006/relationships/slideLayout" Target="../slideLayouts/slideLayout49.xml" /><Relationship Id="rId9" Type="http://schemas.openxmlformats.org/officeDocument/2006/relationships/slideLayout" Target="../slideLayouts/slideLayout54.xml" /><Relationship Id="rId14" Type="http://schemas.openxmlformats.org/officeDocument/2006/relationships/image" Target="../media/image1.jp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300"/>
              <a:buFont typeface="Sarabun"/>
              <a:buNone/>
              <a:defRPr sz="3300" b="1" i="0" u="none" strike="noStrike" cap="none">
                <a:solidFill>
                  <a:srgbClr val="FFC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❖"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❖"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300"/>
              <a:buFont typeface="Sarabun"/>
              <a:buNone/>
              <a:defRPr sz="3300" b="1" i="0" u="none" strike="noStrike" cap="none">
                <a:solidFill>
                  <a:srgbClr val="FFC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❖"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❖"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3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62" name="Google Shape;162;p3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5" name="Google Shape;235;p44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6" name="Google Shape;236;p4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37" name="Google Shape;237;p4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  <p:sp>
        <p:nvSpPr>
          <p:cNvPr id="238" name="Google Shape;238;p4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6"/>
          <p:cNvSpPr txBox="1">
            <a:spLocks noGrp="1"/>
          </p:cNvSpPr>
          <p:nvPr>
            <p:ph type="title"/>
          </p:nvPr>
        </p:nvSpPr>
        <p:spPr>
          <a:xfrm>
            <a:off x="555172" y="104616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300"/>
              <a:buFont typeface="Sarabun"/>
              <a:buNone/>
              <a:defRPr sz="3300" b="1" i="0" u="none" strike="noStrike" cap="none">
                <a:solidFill>
                  <a:srgbClr val="FFC000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p56"/>
          <p:cNvSpPr txBox="1">
            <a:spLocks noGrp="1"/>
          </p:cNvSpPr>
          <p:nvPr>
            <p:ph type="body" idx="1"/>
          </p:nvPr>
        </p:nvSpPr>
        <p:spPr>
          <a:xfrm>
            <a:off x="555172" y="250666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Noto Sans Symbols"/>
              <a:buChar char="❖"/>
              <a:defRPr sz="21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❖"/>
              <a:defRPr sz="18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oto Sans Symbols"/>
              <a:buChar char="❖"/>
              <a:defRPr sz="150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Noto Sans Symbols"/>
              <a:buChar char="❖"/>
              <a:defRPr sz="1350" b="1" i="0" u="none" strike="noStrike" cap="none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"/>
          <p:cNvSpPr txBox="1">
            <a:spLocks noGrp="1"/>
          </p:cNvSpPr>
          <p:nvPr>
            <p:ph type="title"/>
          </p:nvPr>
        </p:nvSpPr>
        <p:spPr>
          <a:xfrm>
            <a:off x="1028700" y="987857"/>
            <a:ext cx="708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Sarabun"/>
              <a:buNone/>
            </a:pPr>
            <a:r>
              <a:rPr lang="th-TH" sz="4800">
                <a:solidFill>
                  <a:srgbClr val="FFFF00"/>
                </a:solidFill>
              </a:rPr>
              <a:t>​​ชื่อ หน่วย </a:t>
            </a:r>
            <a:r>
              <a:rPr lang="th-TH" sz="3200">
                <a:solidFill>
                  <a:schemeClr val="lt1"/>
                </a:solidFill>
              </a:rPr>
              <a:t>(เขียนคำเต็ม)</a:t>
            </a:r>
            <a:endParaRPr sz="4800" b="1">
              <a:solidFill>
                <a:schemeClr val="lt1"/>
              </a:solidFill>
            </a:endParaRPr>
          </a:p>
        </p:txBody>
      </p:sp>
      <p:sp>
        <p:nvSpPr>
          <p:cNvPr id="390" name="Google Shape;390;p1"/>
          <p:cNvSpPr/>
          <p:nvPr/>
        </p:nvSpPr>
        <p:spPr>
          <a:xfrm>
            <a:off x="0" y="4737064"/>
            <a:ext cx="9344754" cy="2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Noto Sans Symbols"/>
              <a:buNone/>
            </a:pPr>
            <a:r>
              <a:rPr lang="th-TH" sz="4000" b="1">
                <a:solidFill>
                  <a:srgbClr val="FFFF00"/>
                </a:solidFill>
                <a:latin typeface="Constantia"/>
                <a:ea typeface="Constantia"/>
                <a:cs typeface="Constantia"/>
                <a:sym typeface="Constantia"/>
              </a:rPr>
              <a:t>ยศ ชื่อ สกุล (คำเต็ม)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None/>
            </a:pPr>
            <a:r>
              <a:rPr lang="th-TH" sz="32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ตำแหน่ง (เขียนคำเต็ม)</a:t>
            </a:r>
            <a:endParaRPr/>
          </a:p>
        </p:txBody>
      </p:sp>
      <p:pic>
        <p:nvPicPr>
          <p:cNvPr id="391" name="Google Shape;3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953" y="1935626"/>
            <a:ext cx="2462094" cy="3020627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392" name="Google Shape;392;p1"/>
          <p:cNvSpPr/>
          <p:nvPr/>
        </p:nvSpPr>
        <p:spPr>
          <a:xfrm>
            <a:off x="3309641" y="2845776"/>
            <a:ext cx="24620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ทรงผมถูกระเบียบ </a:t>
            </a:r>
            <a:endParaRPr/>
          </a:p>
        </p:txBody>
      </p:sp>
      <p:sp>
        <p:nvSpPr>
          <p:cNvPr id="393" name="Google Shape;393;p1"/>
          <p:cNvSpPr/>
          <p:nvPr/>
        </p:nvSpPr>
        <p:spPr>
          <a:xfrm>
            <a:off x="0" y="6388431"/>
            <a:ext cx="9144000" cy="5662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th-TH" sz="2200" b="1" u="sng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หมายเหตุ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 ส่งข้อมูลที่ </a:t>
            </a:r>
            <a:r>
              <a:rPr lang="en-US" sz="2400" b="1" dirty="0">
                <a:solidFill>
                  <a:srgbClr val="FFFF00"/>
                </a:solidFill>
                <a:latin typeface="Sarabun" panose="020B0502040204020203" charset="-34"/>
                <a:cs typeface="Sarabun" panose="020B0502040204020203" charset="-34"/>
              </a:rPr>
              <a:t>personnel.dev000@gmail.com</a:t>
            </a:r>
            <a:r>
              <a:rPr lang="th-TH" sz="2200" b="1" dirty="0">
                <a:solidFill>
                  <a:srgbClr val="FFFF00"/>
                </a:solidFill>
                <a:latin typeface="Sarabun" panose="020B0502040204020203" charset="-34"/>
                <a:ea typeface="Sarabun"/>
                <a:cs typeface="Sarabun" panose="020B0502040204020203" charset="-34"/>
                <a:sym typeface="Sarabun"/>
              </a:rPr>
              <a:t> 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ภายใน ๔ ก.ย.๖๖</a:t>
            </a:r>
            <a:endParaRPr sz="2200" dirty="0">
              <a:solidFill>
                <a:srgbClr val="FFFF00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"/>
          <p:cNvSpPr/>
          <p:nvPr/>
        </p:nvSpPr>
        <p:spPr>
          <a:xfrm>
            <a:off x="0" y="-2741"/>
            <a:ext cx="9144000" cy="1692000"/>
          </a:xfrm>
          <a:prstGeom prst="rect">
            <a:avLst/>
          </a:prstGeom>
          <a:solidFill>
            <a:srgbClr val="A8D08C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2219855" y="239207"/>
            <a:ext cx="4600148" cy="877876"/>
          </a:xfrm>
          <a:prstGeom prst="rect">
            <a:avLst/>
          </a:prstGeom>
          <a:solidFill>
            <a:srgbClr val="A5002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ร.ต. ชื่อ สกุล</a:t>
            </a:r>
            <a:endParaRPr/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ตำแหน่ง </a:t>
            </a:r>
            <a:r>
              <a:rPr lang="th-TH" sz="32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(ตัวย่อ) </a:t>
            </a:r>
            <a:endParaRPr/>
          </a:p>
        </p:txBody>
      </p:sp>
      <p:pic>
        <p:nvPicPr>
          <p:cNvPr id="401" name="Google Shape;40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5702" y="47170"/>
            <a:ext cx="1320452" cy="1620000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02" name="Google Shape;402;p2"/>
          <p:cNvSpPr txBox="1"/>
          <p:nvPr/>
        </p:nvSpPr>
        <p:spPr>
          <a:xfrm>
            <a:off x="7775702" y="473664"/>
            <a:ext cx="13204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 ทรงผมถูกระเบียบ </a:t>
            </a:r>
            <a:endParaRPr/>
          </a:p>
        </p:txBody>
      </p:sp>
      <p:grpSp>
        <p:nvGrpSpPr>
          <p:cNvPr id="403" name="Google Shape;403;p2"/>
          <p:cNvGrpSpPr/>
          <p:nvPr/>
        </p:nvGrpSpPr>
        <p:grpSpPr>
          <a:xfrm>
            <a:off x="47106" y="1689259"/>
            <a:ext cx="9096894" cy="4929534"/>
            <a:chOff x="47106" y="1689259"/>
            <a:chExt cx="9096894" cy="4929534"/>
          </a:xfrm>
        </p:grpSpPr>
        <p:sp>
          <p:nvSpPr>
            <p:cNvPr id="404" name="Google Shape;404;p2"/>
            <p:cNvSpPr txBox="1"/>
            <p:nvPr/>
          </p:nvSpPr>
          <p:spPr>
            <a:xfrm>
              <a:off x="47846" y="1689259"/>
              <a:ext cx="904830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4FEB35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ผลงานระดับหน่วย </a:t>
              </a: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 sz="3200" b="1">
                <a:solidFill>
                  <a:srgbClr val="4FEB35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ผลงานที่เมื่อประสบความสำเร็จแล้ว ทำให้หน่วยตนเองได้ประโยชน์โดยตรง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05" name="Google Shape;405;p2"/>
            <p:cNvSpPr txBox="1"/>
            <p:nvPr/>
          </p:nvSpPr>
          <p:spPr>
            <a:xfrm>
              <a:off x="47106" y="3202579"/>
              <a:ext cx="9048308" cy="1692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 ทอ. </a:t>
              </a: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ผลงานที่สามารถนำมาประยุกต์ใช้กับ นขต.ทอ. และทำให้เกิดประโยชน์ในภาพรวมต่อการดำเนินงานระดับ ทอ.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06" name="Google Shape;406;p2"/>
            <p:cNvSpPr txBox="1"/>
            <p:nvPr/>
          </p:nvSpPr>
          <p:spPr>
            <a:xfrm>
              <a:off x="95692" y="5085232"/>
              <a:ext cx="9048308" cy="1533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ผลงานระดับนอก ทอ.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b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</a:br>
              <a: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   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ผลงานที่สามารถนำไปแลกเปลี่ยน เผยแพร่กับหน่วยงานอื่นๆ ในระดับกระทรวงกลาโหม กระทรวงอื่นๆ หรือหน่วยงานเอกชน และทำให้เกิดประโยชน์ในภาพรวมต่อการดำเนินงานระดับประเทศชาติ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"/>
          <p:cNvSpPr txBox="1">
            <a:spLocks noGrp="1"/>
          </p:cNvSpPr>
          <p:nvPr>
            <p:ph type="title"/>
          </p:nvPr>
        </p:nvSpPr>
        <p:spPr>
          <a:xfrm>
            <a:off x="1028700" y="987857"/>
            <a:ext cx="708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Sarabun"/>
              <a:buNone/>
            </a:pPr>
            <a:r>
              <a:rPr lang="th-TH" sz="4800">
                <a:solidFill>
                  <a:srgbClr val="FFFF00"/>
                </a:solidFill>
              </a:rPr>
              <a:t>​​ชื่อ หน่วย </a:t>
            </a:r>
            <a:r>
              <a:rPr lang="th-TH" sz="3200">
                <a:solidFill>
                  <a:schemeClr val="lt1"/>
                </a:solidFill>
              </a:rPr>
              <a:t>(เขียนคำเต็ม)</a:t>
            </a:r>
            <a:endParaRPr sz="4800" b="1">
              <a:solidFill>
                <a:schemeClr val="lt1"/>
              </a:solidFill>
            </a:endParaRPr>
          </a:p>
        </p:txBody>
      </p:sp>
      <p:sp>
        <p:nvSpPr>
          <p:cNvPr id="412" name="Google Shape;412;p3"/>
          <p:cNvSpPr/>
          <p:nvPr/>
        </p:nvSpPr>
        <p:spPr>
          <a:xfrm>
            <a:off x="0" y="4737064"/>
            <a:ext cx="9344754" cy="2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Noto Sans Symbols"/>
              <a:buNone/>
            </a:pPr>
            <a:r>
              <a:rPr lang="th-TH" sz="4000" b="1">
                <a:solidFill>
                  <a:srgbClr val="FFFF00"/>
                </a:solidFill>
                <a:latin typeface="Constantia"/>
                <a:ea typeface="Constantia"/>
                <a:cs typeface="Constantia"/>
                <a:sym typeface="Constantia"/>
              </a:rPr>
              <a:t>พันจ่าอากาศเอก ชื่อ สกุล (คำเต็ม)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None/>
            </a:pPr>
            <a:r>
              <a:rPr lang="th-TH" sz="32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ตำแหน่ง (เขียนคำเต็ม)</a:t>
            </a:r>
            <a:endParaRPr/>
          </a:p>
        </p:txBody>
      </p:sp>
      <p:pic>
        <p:nvPicPr>
          <p:cNvPr id="413" name="Google Shape;41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953" y="1935626"/>
            <a:ext cx="2462094" cy="3020627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14" name="Google Shape;414;p3"/>
          <p:cNvSpPr/>
          <p:nvPr/>
        </p:nvSpPr>
        <p:spPr>
          <a:xfrm>
            <a:off x="3309641" y="2845776"/>
            <a:ext cx="24620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ทรงผมถูกระเบียบ </a:t>
            </a:r>
            <a:endParaRPr/>
          </a:p>
        </p:txBody>
      </p:sp>
      <p:sp>
        <p:nvSpPr>
          <p:cNvPr id="415" name="Google Shape;415;p3"/>
          <p:cNvSpPr/>
          <p:nvPr/>
        </p:nvSpPr>
        <p:spPr>
          <a:xfrm>
            <a:off x="0" y="6388431"/>
            <a:ext cx="9144000" cy="5662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th-TH" sz="2400" b="1" u="sng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ห</a:t>
            </a:r>
            <a:r>
              <a:rPr lang="th-TH" sz="2200" b="1" u="sng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มายเหตุ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 ส่งข้อมูลที่ </a:t>
            </a:r>
            <a:r>
              <a:rPr lang="en-US" sz="2200" b="1" dirty="0">
                <a:solidFill>
                  <a:srgbClr val="FFFF00"/>
                </a:solidFill>
                <a:latin typeface="Sarabun" panose="020B0502040204020203" charset="-34"/>
                <a:cs typeface="Sarabun" panose="020B0502040204020203" charset="-34"/>
              </a:rPr>
              <a:t>personnel.dev000@gmail.com</a:t>
            </a:r>
            <a:r>
              <a:rPr lang="th-TH" sz="2200" b="1" dirty="0">
                <a:solidFill>
                  <a:srgbClr val="FFFF00"/>
                </a:solidFill>
                <a:latin typeface="Sarabun" panose="020B0502040204020203" charset="-34"/>
                <a:ea typeface="Sarabun"/>
                <a:cs typeface="Sarabun" panose="020B0502040204020203" charset="-34"/>
                <a:sym typeface="Sarabun"/>
              </a:rPr>
              <a:t> 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ภายใน ๔ ก.ย.๖๖</a:t>
            </a:r>
            <a:endParaRPr sz="2200" dirty="0">
              <a:solidFill>
                <a:srgbClr val="FFFF00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"/>
          <p:cNvSpPr/>
          <p:nvPr/>
        </p:nvSpPr>
        <p:spPr>
          <a:xfrm>
            <a:off x="0" y="-2741"/>
            <a:ext cx="9144000" cy="1692000"/>
          </a:xfrm>
          <a:prstGeom prst="rect">
            <a:avLst/>
          </a:prstGeom>
          <a:solidFill>
            <a:srgbClr val="A8D08C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422" name="Google Shape;422;p4"/>
          <p:cNvSpPr/>
          <p:nvPr/>
        </p:nvSpPr>
        <p:spPr>
          <a:xfrm>
            <a:off x="2219855" y="239207"/>
            <a:ext cx="4600148" cy="877876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พ.อ.อ. ชื่อ สกุล</a:t>
            </a:r>
            <a:endParaRPr/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ตำแหน่ง (ตัวย่อ) </a:t>
            </a:r>
            <a:endParaRPr/>
          </a:p>
        </p:txBody>
      </p:sp>
      <p:pic>
        <p:nvPicPr>
          <p:cNvPr id="423" name="Google Shape;42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5702" y="47170"/>
            <a:ext cx="1320452" cy="1620000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24" name="Google Shape;424;p4"/>
          <p:cNvSpPr txBox="1"/>
          <p:nvPr/>
        </p:nvSpPr>
        <p:spPr>
          <a:xfrm>
            <a:off x="7775702" y="473664"/>
            <a:ext cx="13204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 ทรงผมถูกระเบียบ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grpSp>
        <p:nvGrpSpPr>
          <p:cNvPr id="425" name="Google Shape;425;p4"/>
          <p:cNvGrpSpPr/>
          <p:nvPr/>
        </p:nvGrpSpPr>
        <p:grpSpPr>
          <a:xfrm>
            <a:off x="47106" y="1689259"/>
            <a:ext cx="9096894" cy="4929534"/>
            <a:chOff x="47106" y="1689259"/>
            <a:chExt cx="9096894" cy="4929534"/>
          </a:xfrm>
        </p:grpSpPr>
        <p:sp>
          <p:nvSpPr>
            <p:cNvPr id="426" name="Google Shape;426;p4"/>
            <p:cNvSpPr txBox="1"/>
            <p:nvPr/>
          </p:nvSpPr>
          <p:spPr>
            <a:xfrm>
              <a:off x="47846" y="1689259"/>
              <a:ext cx="904830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4FEB35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ผลงานระดับหน่วย </a:t>
              </a: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 sz="3200" b="1">
                <a:solidFill>
                  <a:srgbClr val="4FEB35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ผลงานที่เมื่อประสบความสำเร็จแล้ว ทำให้หน่วยตนเองได้ประโยชน์โดยตรง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27" name="Google Shape;427;p4"/>
            <p:cNvSpPr txBox="1"/>
            <p:nvPr/>
          </p:nvSpPr>
          <p:spPr>
            <a:xfrm>
              <a:off x="47106" y="3202579"/>
              <a:ext cx="9048308" cy="1692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 ทอ. </a:t>
              </a: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ผลงานที่สามารถนำมาประยุกต์ใช้กับ นขต.ทอ. และทำให้เกิดประโยชน์ในภาพรวมต่อการดำเนินงานระดับ ทอ.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28" name="Google Shape;428;p4"/>
            <p:cNvSpPr txBox="1"/>
            <p:nvPr/>
          </p:nvSpPr>
          <p:spPr>
            <a:xfrm>
              <a:off x="95692" y="5085232"/>
              <a:ext cx="9048308" cy="1533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ผลงานระดับนอก ทอ.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b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</a:br>
              <a: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   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ผลงานที่สามารถนำไปแลกเปลี่ยน เผยแพร่กับหน่วยงานอื่นๆ ในระดับกระทรวงกลาโหม กระทรวงอื่นๆ หรือหน่วยงานเอกชน และทำให้เกิดประโยชน์ในภาพรวมต่อการดำเนินงานระดับประเทศชาติ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"/>
          <p:cNvSpPr txBox="1">
            <a:spLocks noGrp="1"/>
          </p:cNvSpPr>
          <p:nvPr>
            <p:ph type="title"/>
          </p:nvPr>
        </p:nvSpPr>
        <p:spPr>
          <a:xfrm>
            <a:off x="1028700" y="987857"/>
            <a:ext cx="708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Sarabun"/>
              <a:buNone/>
            </a:pPr>
            <a:r>
              <a:rPr lang="th-TH" sz="4800">
                <a:solidFill>
                  <a:srgbClr val="FFFF00"/>
                </a:solidFill>
              </a:rPr>
              <a:t>​​ชื่อ หน่วย </a:t>
            </a:r>
            <a:r>
              <a:rPr lang="th-TH" sz="3200">
                <a:solidFill>
                  <a:schemeClr val="lt1"/>
                </a:solidFill>
              </a:rPr>
              <a:t>(เขียนคำเต็ม)</a:t>
            </a:r>
            <a:endParaRPr sz="4800" b="1">
              <a:solidFill>
                <a:schemeClr val="lt1"/>
              </a:solidFill>
            </a:endParaRPr>
          </a:p>
        </p:txBody>
      </p:sp>
      <p:sp>
        <p:nvSpPr>
          <p:cNvPr id="434" name="Google Shape;434;p5"/>
          <p:cNvSpPr/>
          <p:nvPr/>
        </p:nvSpPr>
        <p:spPr>
          <a:xfrm>
            <a:off x="0" y="4737064"/>
            <a:ext cx="9344754" cy="20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000"/>
              <a:buFont typeface="Noto Sans Symbols"/>
              <a:buNone/>
            </a:pPr>
            <a:r>
              <a:rPr lang="th-TH" sz="4000" b="1">
                <a:solidFill>
                  <a:srgbClr val="FFFF00"/>
                </a:solidFill>
                <a:latin typeface="Constantia"/>
                <a:ea typeface="Constantia"/>
                <a:cs typeface="Constantia"/>
                <a:sym typeface="Constantia"/>
              </a:rPr>
              <a:t>ชื่อ สกุล (คำเต็ม)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oto Sans Symbols"/>
              <a:buNone/>
            </a:pPr>
            <a:r>
              <a:rPr lang="th-TH" sz="32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ตำแหน่ง (เขียนคำเต็ม)</a:t>
            </a:r>
            <a:endParaRPr/>
          </a:p>
        </p:txBody>
      </p:sp>
      <p:pic>
        <p:nvPicPr>
          <p:cNvPr id="435" name="Google Shape;4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40953" y="1935626"/>
            <a:ext cx="2462094" cy="3020627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36" name="Google Shape;436;p5"/>
          <p:cNvSpPr/>
          <p:nvPr/>
        </p:nvSpPr>
        <p:spPr>
          <a:xfrm>
            <a:off x="3309641" y="2845776"/>
            <a:ext cx="246209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>
                <a:solidFill>
                  <a:schemeClr val="lt1"/>
                </a:solidFill>
                <a:latin typeface="Sarabun"/>
                <a:ea typeface="Sarabun"/>
                <a:cs typeface="Sarabun"/>
                <a:sym typeface="Sarabun"/>
              </a:rPr>
              <a:t>ทรงผมถูกระเบียบ </a:t>
            </a:r>
            <a:endParaRPr/>
          </a:p>
        </p:txBody>
      </p:sp>
      <p:sp>
        <p:nvSpPr>
          <p:cNvPr id="437" name="Google Shape;437;p5"/>
          <p:cNvSpPr/>
          <p:nvPr/>
        </p:nvSpPr>
        <p:spPr>
          <a:xfrm>
            <a:off x="0" y="6388431"/>
            <a:ext cx="9144000" cy="5662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th-TH" sz="2200" b="1" u="sng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หมายเหตุ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 ส่งข้อมูลที่ </a:t>
            </a:r>
            <a:r>
              <a:rPr lang="en-US" sz="2200" b="1" dirty="0">
                <a:solidFill>
                  <a:srgbClr val="FFFF00"/>
                </a:solidFill>
                <a:latin typeface="Sarabun" panose="020B0502040204020203" charset="-34"/>
                <a:cs typeface="Sarabun" panose="020B0502040204020203" charset="-34"/>
              </a:rPr>
              <a:t>personnel.dev000@gmail.com</a:t>
            </a:r>
            <a:r>
              <a:rPr lang="th-TH" sz="2200" b="1" dirty="0">
                <a:solidFill>
                  <a:srgbClr val="FFFF00"/>
                </a:solidFill>
                <a:latin typeface="Sarabun" panose="020B0502040204020203" charset="-34"/>
                <a:ea typeface="Sarabun"/>
                <a:cs typeface="Sarabun" panose="020B0502040204020203" charset="-34"/>
                <a:sym typeface="Sarabun"/>
              </a:rPr>
              <a:t> </a:t>
            </a:r>
            <a:r>
              <a:rPr lang="th-TH" sz="2200" b="1" dirty="0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rPr>
              <a:t>ภายใน ๔ ก.ย.๖๕</a:t>
            </a:r>
            <a:endParaRPr sz="2200" dirty="0">
              <a:solidFill>
                <a:srgbClr val="FFFF00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"/>
          <p:cNvSpPr/>
          <p:nvPr/>
        </p:nvSpPr>
        <p:spPr>
          <a:xfrm>
            <a:off x="0" y="-2741"/>
            <a:ext cx="9144000" cy="1692000"/>
          </a:xfrm>
          <a:prstGeom prst="rect">
            <a:avLst/>
          </a:prstGeom>
          <a:solidFill>
            <a:srgbClr val="A8D08C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C0C0C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444" name="Google Shape;444;p6"/>
          <p:cNvSpPr/>
          <p:nvPr/>
        </p:nvSpPr>
        <p:spPr>
          <a:xfrm>
            <a:off x="2219855" y="239207"/>
            <a:ext cx="4600148" cy="877876"/>
          </a:xfrm>
          <a:prstGeom prst="rect">
            <a:avLst/>
          </a:prstGeom>
          <a:solidFill>
            <a:srgbClr val="FF3399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ชื่อ สกุล</a:t>
            </a:r>
            <a:endParaRPr/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ตำแหน่ง (ตัวย่อ) </a:t>
            </a:r>
            <a:endParaRPr/>
          </a:p>
        </p:txBody>
      </p:sp>
      <p:pic>
        <p:nvPicPr>
          <p:cNvPr id="445" name="Google Shape;44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75702" y="47170"/>
            <a:ext cx="1320452" cy="1620000"/>
          </a:xfrm>
          <a:prstGeom prst="rect">
            <a:avLst/>
          </a:prstGeom>
          <a:noFill/>
          <a:ln w="15875" cap="sq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46" name="Google Shape;446;p6"/>
          <p:cNvSpPr txBox="1"/>
          <p:nvPr/>
        </p:nvSpPr>
        <p:spPr>
          <a:xfrm>
            <a:off x="7775702" y="473664"/>
            <a:ext cx="132045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ภาพถ่ายชุดราชการ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400" b="1">
                <a:solidFill>
                  <a:schemeClr val="dk1"/>
                </a:solidFill>
                <a:latin typeface="Sarabun"/>
                <a:ea typeface="Sarabun"/>
                <a:cs typeface="Sarabun"/>
                <a:sym typeface="Sarabun"/>
              </a:rPr>
              <a:t> ทรงผมถูกระเบียบ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grpSp>
        <p:nvGrpSpPr>
          <p:cNvPr id="447" name="Google Shape;447;p6"/>
          <p:cNvGrpSpPr/>
          <p:nvPr/>
        </p:nvGrpSpPr>
        <p:grpSpPr>
          <a:xfrm>
            <a:off x="47106" y="1689259"/>
            <a:ext cx="9096894" cy="4929534"/>
            <a:chOff x="47106" y="1689259"/>
            <a:chExt cx="9096894" cy="4929534"/>
          </a:xfrm>
        </p:grpSpPr>
        <p:sp>
          <p:nvSpPr>
            <p:cNvPr id="448" name="Google Shape;448;p6"/>
            <p:cNvSpPr txBox="1"/>
            <p:nvPr/>
          </p:nvSpPr>
          <p:spPr>
            <a:xfrm>
              <a:off x="47846" y="1689259"/>
              <a:ext cx="9048308" cy="1323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4FEB35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ผลงานระดับหน่วย </a:t>
              </a: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 sz="3200" b="1">
                <a:solidFill>
                  <a:srgbClr val="4FEB35"/>
                </a:solidFill>
                <a:latin typeface="Sarabun"/>
                <a:ea typeface="Sarabun"/>
                <a:cs typeface="Sarabun"/>
                <a:sym typeface="Sarabu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4FEB35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ผลงานที่เมื่อประสบความสำเร็จแล้ว ทำให้หน่วยตนเองได้ประโยชน์โดยตรง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49" name="Google Shape;449;p6"/>
            <p:cNvSpPr txBox="1"/>
            <p:nvPr/>
          </p:nvSpPr>
          <p:spPr>
            <a:xfrm>
              <a:off x="47106" y="3202579"/>
              <a:ext cx="9048308" cy="16927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spcBef>
                  <a:spcPts val="0"/>
                </a:spcBef>
                <a:spcAft>
                  <a:spcPts val="0"/>
                </a:spcAft>
                <a:buClr>
                  <a:srgbClr val="FFFF00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 ทอ. </a:t>
              </a: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>
                  <a:solidFill>
                    <a:srgbClr val="FFFF00"/>
                  </a:solidFill>
                  <a:latin typeface="Sarabun"/>
                  <a:ea typeface="Sarabun"/>
                  <a:cs typeface="Sarabun"/>
                  <a:sym typeface="Sarabun"/>
                </a:rPr>
                <a:t>    ผลงานที่สามารถนำมาประยุกต์ใช้กับ นขต.ทอ. และทำให้เกิดประโยชน์ในภาพรวมต่อการดำเนินงานระดับ ทอ. 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450" name="Google Shape;450;p6"/>
            <p:cNvSpPr txBox="1"/>
            <p:nvPr/>
          </p:nvSpPr>
          <p:spPr>
            <a:xfrm>
              <a:off x="95692" y="5085232"/>
              <a:ext cx="9048308" cy="15335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57200" marR="0" lvl="0" indent="-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99"/>
                </a:buClr>
                <a:buSzPts val="3200"/>
                <a:buFont typeface="Noto Sans Symbols"/>
                <a:buChar char="✔"/>
              </a:pPr>
              <a:r>
                <a:rPr lang="th-TH" sz="32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ผลงานระดับนอก ทอ.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(พร้อมภาพหลักฐานเชิงประจักษ์)</a:t>
              </a:r>
              <a:endParaRPr/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th-TH" sz="2400" b="1" u="sng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คำนิยาม</a:t>
              </a:r>
              <a:b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</a:br>
              <a:r>
                <a:rPr lang="th-TH" sz="2400" b="1">
                  <a:solidFill>
                    <a:schemeClr val="lt1"/>
                  </a:solidFill>
                  <a:latin typeface="Sarabun"/>
                  <a:ea typeface="Sarabun"/>
                  <a:cs typeface="Sarabun"/>
                  <a:sym typeface="Sarabun"/>
                </a:rPr>
                <a:t>    </a:t>
              </a:r>
              <a:r>
                <a:rPr lang="th-TH" sz="2400" b="1">
                  <a:solidFill>
                    <a:srgbClr val="FF3399"/>
                  </a:solidFill>
                  <a:latin typeface="Sarabun"/>
                  <a:ea typeface="Sarabun"/>
                  <a:cs typeface="Sarabun"/>
                  <a:sym typeface="Sarabun"/>
                </a:rPr>
                <a:t>ผลงานที่สามารถนำไปแลกเปลี่ยน เผยแพร่กับหน่วยงานอื่นๆ ในระดับกระทรวงกลาโหม กระทรวงอื่นๆ หรือหน่วยงานเอกชน และทำให้เกิดประโยชน์ในภาพรวมต่อการดำเนินงานระดับประเทศชาติ</a:t>
              </a:r>
              <a:endParaRPr sz="2800" b="1">
                <a:solidFill>
                  <a:srgbClr val="FFFF00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ชุดรูปแบบของ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ธีม1">
  <a:themeElements>
    <a:clrScheme name="ชุดรูปแบบของ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ชุดรูปแบบของ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ธีมของ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emplate">
  <a:themeElements>
    <a:clrScheme name="ชุดรูปแบบของ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ชุดรูปแบบของ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385</Words>
  <Application>Microsoft Office PowerPoint</Application>
  <PresentationFormat>นำเสนอทางหน้าจอ (4:3)</PresentationFormat>
  <Paragraphs>60</Paragraphs>
  <Slides>6</Slides>
  <Notes>6</Notes>
  <HiddenSlides>0</HiddenSlides>
  <MMClips>0</MMClips>
  <ScaleCrop>false</ScaleCrop>
  <HeadingPairs>
    <vt:vector size="4" baseType="variant">
      <vt:variant>
        <vt:lpstr>ธีม</vt:lpstr>
      </vt:variant>
      <vt:variant>
        <vt:i4>5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1" baseType="lpstr">
      <vt:lpstr>Theme2</vt:lpstr>
      <vt:lpstr>ธีม1</vt:lpstr>
      <vt:lpstr>ชุดรูปแบบของ Office</vt:lpstr>
      <vt:lpstr>ธีมของ Office</vt:lpstr>
      <vt:lpstr>1_template</vt:lpstr>
      <vt:lpstr>​​ชื่อ หน่วย (เขียนคำเต็ม)</vt:lpstr>
      <vt:lpstr>งานนำเสนอ PowerPoint</vt:lpstr>
      <vt:lpstr>​​ชื่อ หน่วย (เขียนคำเต็ม)</vt:lpstr>
      <vt:lpstr>งานนำเสนอ PowerPoint</vt:lpstr>
      <vt:lpstr>​​ชื่อ หน่วย (เขียนคำเต็ม)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​​ชื่อ หน่วย (เขียนคำเต็ม)</dc:title>
  <dc:creator>P_P</dc:creator>
  <cp:lastModifiedBy>pornphan</cp:lastModifiedBy>
  <cp:revision>3</cp:revision>
  <dcterms:created xsi:type="dcterms:W3CDTF">2015-01-08T05:44:43Z</dcterms:created>
  <dcterms:modified xsi:type="dcterms:W3CDTF">2023-09-01T04:00:11Z</dcterms:modified>
</cp:coreProperties>
</file>